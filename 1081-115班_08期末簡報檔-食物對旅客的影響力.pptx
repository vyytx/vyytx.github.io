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3"/>
  </p:sldMasterIdLst>
  <p:notesMasterIdLst>
    <p:notesMasterId r:id="rId14"/>
  </p:notesMasterIdLst>
  <p:handoutMasterIdLst>
    <p:handoutMasterId r:id="rId15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22838BEF-8BB2-4498-84A7-C5851F593DF1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7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outlineViewPr>
    <p:cViewPr>
      <p:scale>
        <a:sx n="33" d="100"/>
        <a:sy n="33" d="100"/>
      </p:scale>
      <p:origin x="0" y="-119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3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A578F34-7308-4916-9B09-8B0C2A9EF72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2019/12/24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E85108F1-99EE-41F5-B1BE-9C1526847D06}" type="datetime1">
              <a:rPr lang="zh-TW" altLang="en-US" smtClean="0"/>
              <a:pPr/>
              <a:t>2019/12/24</a:t>
            </a:fld>
            <a:endParaRPr lang="en-US" alt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02818732-FA64-4F57-8EE6-57AA70E1F1E0}" type="slidenum">
              <a:rPr lang="en-US" altLang="zh-TW" noProof="0" smtClean="0"/>
              <a:pPr/>
              <a:t>‹#›</a:t>
            </a:fld>
            <a:endParaRPr lang="en-US" altLang="zh-TW" noProof="0"/>
          </a:p>
        </p:txBody>
      </p:sp>
    </p:spTree>
    <p:extLst>
      <p:ext uri="{BB962C8B-B14F-4D97-AF65-F5344CB8AC3E}">
        <p14:creationId xmlns:p14="http://schemas.microsoft.com/office/powerpoint/2010/main" val="35363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Microsoft JhengHei UI" panose="020B0604030504040204" pitchFamily="34" charset="-120"/>
        <a:cs typeface="+mn-cs"/>
        <a:sym typeface="Microsoft JhengHei UI" panose="020B0604030504040204" pitchFamily="34" charset="-12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18732-FA64-4F57-8EE6-57AA70E1F1E0}" type="slidenum">
              <a:rPr lang="en-US" altLang="zh-TW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91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xmlns="" id="{171E5E3D-6A1C-49BA-9E11-FC053AD81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784058"/>
          </a:xfrm>
          <a:solidFill>
            <a:schemeClr val="bg1">
              <a:lumMod val="95000"/>
            </a:schemeClr>
          </a:solidFill>
        </p:spPr>
        <p:txBody>
          <a:bodyPr tIns="1116000" rIns="0" rtlCol="0" anchor="t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插入或拖放相片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000" y="3163899"/>
            <a:ext cx="4860000" cy="1800000"/>
          </a:xfrm>
          <a:solidFill>
            <a:schemeClr val="bg1"/>
          </a:solidFill>
          <a:ln>
            <a:noFill/>
          </a:ln>
        </p:spPr>
        <p:txBody>
          <a:bodyPr lIns="180000" tIns="72000" rIns="180000" bIns="72000" rtlCol="0" anchor="ctr"/>
          <a:lstStyle>
            <a:lvl1pPr algn="l">
              <a:defRPr sz="50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dirty="0"/>
              <a:t>封面</a:t>
            </a:r>
            <a:r>
              <a:rPr lang="zh-TW" altLang="en-US"/>
              <a:t>標題 </a:t>
            </a:r>
            <a:r>
              <a:rPr lang="en-US" altLang="zh-TW"/>
              <a:t>1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4000" y="5119698"/>
            <a:ext cx="4860000" cy="836602"/>
          </a:xfrm>
          <a:solidFill>
            <a:schemeClr val="bg1"/>
          </a:solidFill>
        </p:spPr>
        <p:txBody>
          <a:bodyPr lIns="180000" tIns="72000" rIns="180000" bIns="72000" rtlCol="0" anchor="ctr"/>
          <a:lstStyle>
            <a:lvl1pPr marL="0" indent="0" algn="l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dirty="0"/>
              <a:t>按一下以編輯母片副標題樣式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3114E411-DCD8-47C4-8385-C03FBB18B180}"/>
              </a:ext>
            </a:extLst>
          </p:cNvPr>
          <p:cNvSpPr/>
          <p:nvPr userDrawn="1"/>
        </p:nvSpPr>
        <p:spPr>
          <a:xfrm>
            <a:off x="0" y="6780458"/>
            <a:ext cx="12192000" cy="7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D5BF3746-E60B-4321-998E-07F04440CEAC}"/>
              </a:ext>
            </a:extLst>
          </p:cNvPr>
          <p:cNvSpPr/>
          <p:nvPr userDrawn="1"/>
        </p:nvSpPr>
        <p:spPr>
          <a:xfrm>
            <a:off x="0" y="6780458"/>
            <a:ext cx="12204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0">
            <a:extLst>
              <a:ext uri="{FF2B5EF4-FFF2-40B4-BE49-F238E27FC236}">
                <a16:creationId xmlns:a16="http://schemas.microsoft.com/office/drawing/2014/main" xmlns="" id="{6F821722-FE34-4DE9-9836-565D865C15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778800"/>
          </a:xfrm>
          <a:solidFill>
            <a:schemeClr val="bg1">
              <a:lumMod val="95000"/>
            </a:schemeClr>
          </a:solidFill>
        </p:spPr>
        <p:txBody>
          <a:bodyPr tIns="0" rIns="540000" rtlCol="0" anchor="ctr"/>
          <a:lstStyle>
            <a:lvl1pPr marL="0" indent="0" algn="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插入或拖放相片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BD909C6-0E9A-451D-91FD-B891A0C803D7}"/>
              </a:ext>
            </a:extLst>
          </p:cNvPr>
          <p:cNvSpPr/>
          <p:nvPr userDrawn="1"/>
        </p:nvSpPr>
        <p:spPr>
          <a:xfrm>
            <a:off x="0" y="6780458"/>
            <a:ext cx="12192000" cy="7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41A9BD7F-717A-4177-BAD1-D798AE60FFD0}"/>
              </a:ext>
            </a:extLst>
          </p:cNvPr>
          <p:cNvSpPr/>
          <p:nvPr userDrawn="1"/>
        </p:nvSpPr>
        <p:spPr>
          <a:xfrm>
            <a:off x="0" y="6780458"/>
            <a:ext cx="12204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000" y="144000"/>
            <a:ext cx="4860000" cy="6480000"/>
          </a:xfrm>
          <a:solidFill>
            <a:schemeClr val="bg1"/>
          </a:solidFill>
          <a:ln>
            <a:noFill/>
          </a:ln>
        </p:spPr>
        <p:txBody>
          <a:bodyPr lIns="432000" tIns="72000" rIns="288000" bIns="1404000" rtlCol="0" anchor="b"/>
          <a:lstStyle>
            <a:lvl1pPr algn="l">
              <a:defRPr sz="50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dirty="0"/>
              <a:t>封面</a:t>
            </a:r>
            <a:r>
              <a:rPr lang="zh-TW" altLang="en-US"/>
              <a:t>標題 </a:t>
            </a:r>
            <a:r>
              <a:rPr lang="en-US" altLang="zh-TW"/>
              <a:t>2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7606" y="5578496"/>
            <a:ext cx="3932788" cy="750814"/>
          </a:xfrm>
          <a:noFill/>
        </p:spPr>
        <p:txBody>
          <a:bodyPr lIns="0" tIns="0" rIns="0" bIns="0" rtlCol="0" anchor="t"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dirty="0"/>
              <a:t>按一下以編輯母片副標題樣式</a:t>
            </a:r>
          </a:p>
        </p:txBody>
      </p:sp>
      <p:sp>
        <p:nvSpPr>
          <p:cNvPr id="6" name="圖片版面配置區 5">
            <a:extLst>
              <a:ext uri="{FF2B5EF4-FFF2-40B4-BE49-F238E27FC236}">
                <a16:creationId xmlns:a16="http://schemas.microsoft.com/office/drawing/2014/main" xmlns="" id="{63EB74F7-DC44-48B1-8EF5-BD557540B4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7606" y="764518"/>
            <a:ext cx="3932788" cy="2448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444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xmlns="" id="{171E5E3D-6A1C-49BA-9E11-FC053AD81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013450"/>
          </a:xfrm>
          <a:solidFill>
            <a:schemeClr val="bg1">
              <a:lumMod val="95000"/>
            </a:schemeClr>
          </a:solidFill>
        </p:spPr>
        <p:txBody>
          <a:bodyPr lIns="576000" tIns="0" rIns="36000" bIns="0" rtlCol="0" anchor="ctr"/>
          <a:lstStyle>
            <a:lvl1pPr marL="0" indent="0" algn="l">
              <a:buNone/>
              <a:defRPr/>
            </a:lvl1pPr>
          </a:lstStyle>
          <a:p>
            <a:pPr rtl="0"/>
            <a:r>
              <a:rPr lang="zh-TW" altLang="en-US"/>
              <a:t>插入或拖放相片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00" y="163897"/>
            <a:ext cx="4860000" cy="5724000"/>
          </a:xfrm>
          <a:solidFill>
            <a:schemeClr val="bg1"/>
          </a:solidFill>
          <a:ln>
            <a:noFill/>
          </a:ln>
        </p:spPr>
        <p:txBody>
          <a:bodyPr lIns="432000" tIns="72000" rIns="288000" bIns="1404000" rtlCol="0" anchor="b"/>
          <a:lstStyle>
            <a:lvl1pPr algn="l">
              <a:defRPr sz="5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dirty="0"/>
              <a:t>分隔線投影片標題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52806" y="4837186"/>
            <a:ext cx="3932788" cy="750814"/>
          </a:xfrm>
          <a:noFill/>
        </p:spPr>
        <p:txBody>
          <a:bodyPr lIns="0" tIns="0" rIns="0" bIns="0" rtlCol="0" anchor="t"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dirty="0"/>
              <a:t>按一下以編輯母片副標題樣式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AE6A6BE3-DFA9-4797-868F-D23E7118F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xmlns="" id="{827C91B9-2B28-435F-8A65-9FB91CE2F7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TW" altLang="en-US"/>
              <a:t>新增頁尾</a:t>
            </a:r>
          </a:p>
        </p:txBody>
      </p:sp>
      <p:sp>
        <p:nvSpPr>
          <p:cNvPr id="8" name="圖片版面配置區 5">
            <a:extLst>
              <a:ext uri="{FF2B5EF4-FFF2-40B4-BE49-F238E27FC236}">
                <a16:creationId xmlns:a16="http://schemas.microsoft.com/office/drawing/2014/main" xmlns="" id="{22A84B62-AFF6-45B7-8ACB-FE91AB69BF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52806" y="764519"/>
            <a:ext cx="3932788" cy="187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96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4A54DF6A-4172-4D5F-A3ED-02BB36DE79DA}"/>
              </a:ext>
            </a:extLst>
          </p:cNvPr>
          <p:cNvSpPr/>
          <p:nvPr userDrawn="1"/>
        </p:nvSpPr>
        <p:spPr>
          <a:xfrm>
            <a:off x="0" y="0"/>
            <a:ext cx="12192000" cy="6013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00" y="163897"/>
            <a:ext cx="4860000" cy="5724000"/>
          </a:xfrm>
          <a:solidFill>
            <a:schemeClr val="bg1"/>
          </a:solidFill>
          <a:ln>
            <a:noFill/>
          </a:ln>
        </p:spPr>
        <p:txBody>
          <a:bodyPr lIns="432000" tIns="72000" rIns="288000" bIns="1404000" rtlCol="0" anchor="b"/>
          <a:lstStyle>
            <a:lvl1pPr algn="l">
              <a:defRPr sz="5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dirty="0"/>
              <a:t>按一下以編輯標題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52806" y="4837186"/>
            <a:ext cx="3932788" cy="750814"/>
          </a:xfrm>
          <a:noFill/>
        </p:spPr>
        <p:txBody>
          <a:bodyPr lIns="0" tIns="0" rIns="0" bIns="0" rtlCol="0" anchor="t"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dirty="0"/>
              <a:t>按一下以編輯母片副標題樣式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AE6A6BE3-DFA9-4797-868F-D23E7118F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xmlns="" id="{827C91B9-2B28-435F-8A65-9FB91CE2F7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TW" altLang="en-US"/>
              <a:t>新增頁尾</a:t>
            </a:r>
          </a:p>
        </p:txBody>
      </p:sp>
      <p:sp>
        <p:nvSpPr>
          <p:cNvPr id="12" name="圖片版面配置區 5">
            <a:extLst>
              <a:ext uri="{FF2B5EF4-FFF2-40B4-BE49-F238E27FC236}">
                <a16:creationId xmlns:a16="http://schemas.microsoft.com/office/drawing/2014/main" xmlns="" id="{3B9EDE4C-506D-4501-A8C1-766F17FB5C0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52806" y="764519"/>
            <a:ext cx="1872000" cy="187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3" name="圖片版面配置區 5">
            <a:extLst>
              <a:ext uri="{FF2B5EF4-FFF2-40B4-BE49-F238E27FC236}">
                <a16:creationId xmlns:a16="http://schemas.microsoft.com/office/drawing/2014/main" xmlns="" id="{2A359302-DDE8-41C2-8232-50B1223BEA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13594" y="764519"/>
            <a:ext cx="1872000" cy="187200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xmlns="" id="{B975D864-7312-481A-A5DD-E3B6C5B41B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800" y="3327399"/>
            <a:ext cx="6350000" cy="2560498"/>
          </a:xfrm>
        </p:spPr>
        <p:txBody>
          <a:bodyPr rtlCol="0"/>
          <a:lstStyle/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520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8">
            <a:extLst>
              <a:ext uri="{FF2B5EF4-FFF2-40B4-BE49-F238E27FC236}">
                <a16:creationId xmlns:a16="http://schemas.microsoft.com/office/drawing/2014/main" xmlns="" id="{31898370-0247-41A8-AF7A-6DD67D2AED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1</a:t>
            </a:r>
            <a:endParaRPr lang="zh-TW" altLang="en-US" dirty="0"/>
          </a:p>
        </p:txBody>
      </p:sp>
      <p:sp>
        <p:nvSpPr>
          <p:cNvPr id="8" name="文字版面配置區 10">
            <a:extLst>
              <a:ext uri="{FF2B5EF4-FFF2-40B4-BE49-F238E27FC236}">
                <a16:creationId xmlns:a16="http://schemas.microsoft.com/office/drawing/2014/main" xmlns="" id="{697E4DC3-72E4-4678-9EB9-18EF75AE1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80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xmlns="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7185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2</a:t>
            </a:r>
            <a:endParaRPr lang="zh-TW" altLang="en-US" dirty="0"/>
          </a:p>
        </p:txBody>
      </p:sp>
      <p:sp>
        <p:nvSpPr>
          <p:cNvPr id="10" name="文字版面配置區 10">
            <a:extLst>
              <a:ext uri="{FF2B5EF4-FFF2-40B4-BE49-F238E27FC236}">
                <a16:creationId xmlns:a16="http://schemas.microsoft.com/office/drawing/2014/main" xmlns="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7185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1" name="文字版面配置區 8">
            <a:extLst>
              <a:ext uri="{FF2B5EF4-FFF2-40B4-BE49-F238E27FC236}">
                <a16:creationId xmlns:a16="http://schemas.microsoft.com/office/drawing/2014/main" xmlns="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1190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3</a:t>
            </a:r>
            <a:endParaRPr lang="zh-TW" altLang="en-US" dirty="0"/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xmlns="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1190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3" name="文字版面配置區 8">
            <a:extLst>
              <a:ext uri="{FF2B5EF4-FFF2-40B4-BE49-F238E27FC236}">
                <a16:creationId xmlns:a16="http://schemas.microsoft.com/office/drawing/2014/main" xmlns="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5195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4</a:t>
            </a:r>
            <a:endParaRPr lang="zh-TW" altLang="en-US" dirty="0"/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xmlns="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5195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5" name="文字版面配置區 8">
            <a:extLst>
              <a:ext uri="{FF2B5EF4-FFF2-40B4-BE49-F238E27FC236}">
                <a16:creationId xmlns:a16="http://schemas.microsoft.com/office/drawing/2014/main" xmlns="" id="{B95692FA-0FC8-4EBA-8C23-6F85A921DB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9200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5</a:t>
            </a:r>
            <a:endParaRPr lang="zh-TW" altLang="en-US" dirty="0"/>
          </a:p>
        </p:txBody>
      </p:sp>
      <p:sp>
        <p:nvSpPr>
          <p:cNvPr id="16" name="文字版面配置區 10">
            <a:extLst>
              <a:ext uri="{FF2B5EF4-FFF2-40B4-BE49-F238E27FC236}">
                <a16:creationId xmlns:a16="http://schemas.microsoft.com/office/drawing/2014/main" xmlns="" id="{BFA4D6B2-D388-4538-A77C-689D93EDB6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9200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7" name="圖片版面配置區 15">
            <a:extLst>
              <a:ext uri="{FF2B5EF4-FFF2-40B4-BE49-F238E27FC236}">
                <a16:creationId xmlns:a16="http://schemas.microsoft.com/office/drawing/2014/main" xmlns="" id="{9DE1E570-14DE-42F6-9DDD-49752C3ACA3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838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8" name="圖片版面配置區 15">
            <a:extLst>
              <a:ext uri="{FF2B5EF4-FFF2-40B4-BE49-F238E27FC236}">
                <a16:creationId xmlns:a16="http://schemas.microsoft.com/office/drawing/2014/main" xmlns="" id="{43CBE128-6D8D-4605-B225-5A34FFB1F25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0238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9" name="圖片版面配置區 15">
            <a:extLst>
              <a:ext uri="{FF2B5EF4-FFF2-40B4-BE49-F238E27FC236}">
                <a16:creationId xmlns:a16="http://schemas.microsoft.com/office/drawing/2014/main" xmlns="" id="{E63C0874-8701-4CED-B60A-61A655FB5A5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3639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0" name="圖片版面配置區 15">
            <a:extLst>
              <a:ext uri="{FF2B5EF4-FFF2-40B4-BE49-F238E27FC236}">
                <a16:creationId xmlns:a16="http://schemas.microsoft.com/office/drawing/2014/main" xmlns="" id="{F223D9C7-A9C3-4D38-B4D8-9CAB3A19CF5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7039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1" name="圖片版面配置區 15">
            <a:extLst>
              <a:ext uri="{FF2B5EF4-FFF2-40B4-BE49-F238E27FC236}">
                <a16:creationId xmlns:a16="http://schemas.microsoft.com/office/drawing/2014/main" xmlns="" id="{5B90C43A-E202-44D5-87CB-BD25DE6EF5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0440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文字版面配置區 5">
            <a:extLst>
              <a:ext uri="{FF2B5EF4-FFF2-40B4-BE49-F238E27FC236}">
                <a16:creationId xmlns:a16="http://schemas.microsoft.com/office/drawing/2014/main" xmlns="" id="{AE3E6576-B268-4232-858E-037F3AFA5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sp>
        <p:nvSpPr>
          <p:cNvPr id="23" name="矩形 6">
            <a:extLst>
              <a:ext uri="{FF2B5EF4-FFF2-40B4-BE49-F238E27FC236}">
                <a16:creationId xmlns:a16="http://schemas.microsoft.com/office/drawing/2014/main" xmlns="" id="{644FE3AF-A04D-4D49-BDFD-FAF66D921F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395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4" name="矩形 6">
            <a:extLst>
              <a:ext uri="{FF2B5EF4-FFF2-40B4-BE49-F238E27FC236}">
                <a16:creationId xmlns:a16="http://schemas.microsoft.com/office/drawing/2014/main" xmlns="" id="{EAC46016-1B95-4163-8EAA-252BE4B863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699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5" name="矩形 6">
            <a:extLst>
              <a:ext uri="{FF2B5EF4-FFF2-40B4-BE49-F238E27FC236}">
                <a16:creationId xmlns:a16="http://schemas.microsoft.com/office/drawing/2014/main" xmlns="" id="{EC09029D-7190-452C-92D6-6B055D055C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38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6" name="矩形 6">
            <a:extLst>
              <a:ext uri="{FF2B5EF4-FFF2-40B4-BE49-F238E27FC236}">
                <a16:creationId xmlns:a16="http://schemas.microsoft.com/office/drawing/2014/main" xmlns="" id="{78798274-03F6-4FD0-93AB-82A31D0A26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4385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7" name="矩形 6">
            <a:extLst>
              <a:ext uri="{FF2B5EF4-FFF2-40B4-BE49-F238E27FC236}">
                <a16:creationId xmlns:a16="http://schemas.microsoft.com/office/drawing/2014/main" xmlns="" id="{1E3DDEC1-3507-486F-8CCF-7F1E9EB810E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780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832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圖片版面配置區 10">
            <a:extLst>
              <a:ext uri="{FF2B5EF4-FFF2-40B4-BE49-F238E27FC236}">
                <a16:creationId xmlns:a16="http://schemas.microsoft.com/office/drawing/2014/main" xmlns="" id="{42B3D5D2-87D3-49A6-9FA2-5D21A6486F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3999" y="143998"/>
            <a:ext cx="4680001" cy="6480000"/>
          </a:xfrm>
          <a:solidFill>
            <a:schemeClr val="bg1">
              <a:lumMod val="95000"/>
            </a:schemeClr>
          </a:solidFill>
        </p:spPr>
        <p:txBody>
          <a:bodyPr lIns="576000" tIns="0" rIns="36000" bIns="0" rtlCol="0" anchor="ctr"/>
          <a:lstStyle>
            <a:lvl1pPr marL="0" indent="0" algn="l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插入或拖放相片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900" y="432000"/>
            <a:ext cx="66601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11" name="文字版面配置區 8">
            <a:extLst>
              <a:ext uri="{FF2B5EF4-FFF2-40B4-BE49-F238E27FC236}">
                <a16:creationId xmlns:a16="http://schemas.microsoft.com/office/drawing/2014/main" xmlns="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1190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1</a:t>
            </a:r>
            <a:endParaRPr lang="zh-TW" altLang="en-US" dirty="0"/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xmlns="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1190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3" name="文字版面配置區 8">
            <a:extLst>
              <a:ext uri="{FF2B5EF4-FFF2-40B4-BE49-F238E27FC236}">
                <a16:creationId xmlns:a16="http://schemas.microsoft.com/office/drawing/2014/main" xmlns="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5195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2</a:t>
            </a:r>
            <a:endParaRPr lang="zh-TW" altLang="en-US" dirty="0"/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xmlns="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5195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5" name="文字版面配置區 8">
            <a:extLst>
              <a:ext uri="{FF2B5EF4-FFF2-40B4-BE49-F238E27FC236}">
                <a16:creationId xmlns:a16="http://schemas.microsoft.com/office/drawing/2014/main" xmlns="" id="{B95692FA-0FC8-4EBA-8C23-6F85A921DB4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9200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3</a:t>
            </a:r>
            <a:endParaRPr lang="zh-TW" altLang="en-US" dirty="0"/>
          </a:p>
        </p:txBody>
      </p:sp>
      <p:sp>
        <p:nvSpPr>
          <p:cNvPr id="16" name="文字版面配置區 10">
            <a:extLst>
              <a:ext uri="{FF2B5EF4-FFF2-40B4-BE49-F238E27FC236}">
                <a16:creationId xmlns:a16="http://schemas.microsoft.com/office/drawing/2014/main" xmlns="" id="{BFA4D6B2-D388-4538-A77C-689D93EDB6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9200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9" name="圖片版面配置區 15">
            <a:extLst>
              <a:ext uri="{FF2B5EF4-FFF2-40B4-BE49-F238E27FC236}">
                <a16:creationId xmlns:a16="http://schemas.microsoft.com/office/drawing/2014/main" xmlns="" id="{E63C0874-8701-4CED-B60A-61A655FB5A5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3639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0" name="圖片版面配置區 15">
            <a:extLst>
              <a:ext uri="{FF2B5EF4-FFF2-40B4-BE49-F238E27FC236}">
                <a16:creationId xmlns:a16="http://schemas.microsoft.com/office/drawing/2014/main" xmlns="" id="{F223D9C7-A9C3-4D38-B4D8-9CAB3A19CF5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7039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1" name="圖片版面配置區 15">
            <a:extLst>
              <a:ext uri="{FF2B5EF4-FFF2-40B4-BE49-F238E27FC236}">
                <a16:creationId xmlns:a16="http://schemas.microsoft.com/office/drawing/2014/main" xmlns="" id="{5B90C43A-E202-44D5-87CB-BD25DE6EF5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0440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文字版面配置區 5">
            <a:extLst>
              <a:ext uri="{FF2B5EF4-FFF2-40B4-BE49-F238E27FC236}">
                <a16:creationId xmlns:a16="http://schemas.microsoft.com/office/drawing/2014/main" xmlns="" id="{AE3E6576-B268-4232-858E-037F3AFA5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1499" y="1008000"/>
            <a:ext cx="6659814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xmlns="" id="{00A98AF6-5DA1-4AA4-9068-753B7B67CCD9}"/>
              </a:ext>
            </a:extLst>
          </p:cNvPr>
          <p:cNvGrpSpPr/>
          <p:nvPr userDrawn="1"/>
        </p:nvGrpSpPr>
        <p:grpSpPr>
          <a:xfrm>
            <a:off x="323999" y="323998"/>
            <a:ext cx="4320000" cy="6120000"/>
            <a:chOff x="180000" y="180000"/>
            <a:chExt cx="4330700" cy="6292683"/>
          </a:xfrm>
        </p:grpSpPr>
        <p:sp>
          <p:nvSpPr>
            <p:cNvPr id="26" name="矩形 6">
              <a:extLst>
                <a:ext uri="{FF2B5EF4-FFF2-40B4-BE49-F238E27FC236}">
                  <a16:creationId xmlns:a16="http://schemas.microsoft.com/office/drawing/2014/main" xmlns="" id="{610C6BE2-3871-4E51-920D-2E1F13FA22D4}"/>
                </a:ext>
              </a:extLst>
            </p:cNvPr>
            <p:cNvSpPr/>
            <p:nvPr/>
          </p:nvSpPr>
          <p:spPr>
            <a:xfrm>
              <a:off x="180000" y="6290249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  <p:sp>
          <p:nvSpPr>
            <p:cNvPr id="27" name="矩形 6">
              <a:extLst>
                <a:ext uri="{FF2B5EF4-FFF2-40B4-BE49-F238E27FC236}">
                  <a16:creationId xmlns:a16="http://schemas.microsoft.com/office/drawing/2014/main" xmlns="" id="{409F8537-0917-49A4-B9A1-0B68ED60DF2C}"/>
                </a:ext>
              </a:extLst>
            </p:cNvPr>
            <p:cNvSpPr/>
            <p:nvPr/>
          </p:nvSpPr>
          <p:spPr>
            <a:xfrm flipV="1">
              <a:off x="180000" y="180000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24" name="矩形 6">
            <a:extLst>
              <a:ext uri="{FF2B5EF4-FFF2-40B4-BE49-F238E27FC236}">
                <a16:creationId xmlns:a16="http://schemas.microsoft.com/office/drawing/2014/main" xmlns="" id="{3E24480B-1EA1-4618-A14A-DFF8FA2638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780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8" name="矩形 6">
            <a:extLst>
              <a:ext uri="{FF2B5EF4-FFF2-40B4-BE49-F238E27FC236}">
                <a16:creationId xmlns:a16="http://schemas.microsoft.com/office/drawing/2014/main" xmlns="" id="{043B620A-4118-4E00-9D79-5BD4C87DCE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395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9" name="矩形 6">
            <a:extLst>
              <a:ext uri="{FF2B5EF4-FFF2-40B4-BE49-F238E27FC236}">
                <a16:creationId xmlns:a16="http://schemas.microsoft.com/office/drawing/2014/main" xmlns="" id="{612097E6-9559-4AEF-968E-6C2F89163D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69900" y="3629494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864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圖片版面配置區 10">
            <a:extLst>
              <a:ext uri="{FF2B5EF4-FFF2-40B4-BE49-F238E27FC236}">
                <a16:creationId xmlns:a16="http://schemas.microsoft.com/office/drawing/2014/main" xmlns="" id="{42B3D5D2-87D3-49A6-9FA2-5D21A6486F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3999" y="143998"/>
            <a:ext cx="4680001" cy="6480000"/>
          </a:xfrm>
          <a:solidFill>
            <a:schemeClr val="bg1">
              <a:lumMod val="95000"/>
            </a:schemeClr>
          </a:solidFill>
        </p:spPr>
        <p:txBody>
          <a:bodyPr lIns="576000" tIns="0" rIns="36000" bIns="0" rtlCol="0" anchor="ctr"/>
          <a:lstStyle>
            <a:lvl1pPr marL="0" indent="0" algn="l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插入或拖放相片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1900" y="432000"/>
            <a:ext cx="66601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11" name="文字版面配置區 8">
            <a:extLst>
              <a:ext uri="{FF2B5EF4-FFF2-40B4-BE49-F238E27FC236}">
                <a16:creationId xmlns:a16="http://schemas.microsoft.com/office/drawing/2014/main" xmlns="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2388" y="2233079"/>
            <a:ext cx="1872000" cy="36000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1</a:t>
            </a:r>
            <a:endParaRPr lang="zh-TW" altLang="en-US" dirty="0"/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xmlns="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02388" y="2721591"/>
            <a:ext cx="1872000" cy="36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3" name="文字版面配置區 8">
            <a:extLst>
              <a:ext uri="{FF2B5EF4-FFF2-40B4-BE49-F238E27FC236}">
                <a16:creationId xmlns:a16="http://schemas.microsoft.com/office/drawing/2014/main" xmlns="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99313" y="2233079"/>
            <a:ext cx="1872000" cy="36000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2</a:t>
            </a:r>
            <a:endParaRPr lang="zh-TW" altLang="en-US" dirty="0"/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xmlns="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99313" y="2721591"/>
            <a:ext cx="1872000" cy="36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9" name="圖片版面配置區 15">
            <a:extLst>
              <a:ext uri="{FF2B5EF4-FFF2-40B4-BE49-F238E27FC236}">
                <a16:creationId xmlns:a16="http://schemas.microsoft.com/office/drawing/2014/main" xmlns="" id="{E63C0874-8701-4CED-B60A-61A655FB5A5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130008" y="2233079"/>
            <a:ext cx="1219835" cy="1219835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0" name="圖片版面配置區 15">
            <a:extLst>
              <a:ext uri="{FF2B5EF4-FFF2-40B4-BE49-F238E27FC236}">
                <a16:creationId xmlns:a16="http://schemas.microsoft.com/office/drawing/2014/main" xmlns="" id="{F223D9C7-A9C3-4D38-B4D8-9CAB3A19CF5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26933" y="2233079"/>
            <a:ext cx="1219835" cy="1219835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文字版面配置區 5">
            <a:extLst>
              <a:ext uri="{FF2B5EF4-FFF2-40B4-BE49-F238E27FC236}">
                <a16:creationId xmlns:a16="http://schemas.microsoft.com/office/drawing/2014/main" xmlns="" id="{AE3E6576-B268-4232-858E-037F3AFA5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1499" y="1008000"/>
            <a:ext cx="6659814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xmlns="" id="{00A98AF6-5DA1-4AA4-9068-753B7B67CCD9}"/>
              </a:ext>
            </a:extLst>
          </p:cNvPr>
          <p:cNvGrpSpPr/>
          <p:nvPr userDrawn="1"/>
        </p:nvGrpSpPr>
        <p:grpSpPr>
          <a:xfrm>
            <a:off x="323999" y="323998"/>
            <a:ext cx="4320000" cy="6120000"/>
            <a:chOff x="180000" y="180000"/>
            <a:chExt cx="4330700" cy="6292683"/>
          </a:xfrm>
        </p:grpSpPr>
        <p:sp>
          <p:nvSpPr>
            <p:cNvPr id="26" name="矩形 6">
              <a:extLst>
                <a:ext uri="{FF2B5EF4-FFF2-40B4-BE49-F238E27FC236}">
                  <a16:creationId xmlns:a16="http://schemas.microsoft.com/office/drawing/2014/main" xmlns="" id="{610C6BE2-3871-4E51-920D-2E1F13FA22D4}"/>
                </a:ext>
              </a:extLst>
            </p:cNvPr>
            <p:cNvSpPr/>
            <p:nvPr/>
          </p:nvSpPr>
          <p:spPr>
            <a:xfrm>
              <a:off x="180000" y="6290249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  <p:sp>
          <p:nvSpPr>
            <p:cNvPr id="27" name="矩形 6">
              <a:extLst>
                <a:ext uri="{FF2B5EF4-FFF2-40B4-BE49-F238E27FC236}">
                  <a16:creationId xmlns:a16="http://schemas.microsoft.com/office/drawing/2014/main" xmlns="" id="{409F8537-0917-49A4-B9A1-0B68ED60DF2C}"/>
                </a:ext>
              </a:extLst>
            </p:cNvPr>
            <p:cNvSpPr/>
            <p:nvPr/>
          </p:nvSpPr>
          <p:spPr>
            <a:xfrm flipV="1">
              <a:off x="180000" y="180000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33" name="文字版面配置區 8">
            <a:extLst>
              <a:ext uri="{FF2B5EF4-FFF2-40B4-BE49-F238E27FC236}">
                <a16:creationId xmlns:a16="http://schemas.microsoft.com/office/drawing/2014/main" xmlns="" id="{88A88076-4208-4A97-A015-3DFBFCC94A7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02388" y="3859797"/>
            <a:ext cx="1872000" cy="36000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1</a:t>
            </a:r>
            <a:endParaRPr lang="zh-TW" altLang="en-US" dirty="0"/>
          </a:p>
        </p:txBody>
      </p:sp>
      <p:sp>
        <p:nvSpPr>
          <p:cNvPr id="34" name="文字版面配置區 10">
            <a:extLst>
              <a:ext uri="{FF2B5EF4-FFF2-40B4-BE49-F238E27FC236}">
                <a16:creationId xmlns:a16="http://schemas.microsoft.com/office/drawing/2014/main" xmlns="" id="{C0468E64-5403-40FE-84BE-184FCF30EA3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502388" y="4348309"/>
            <a:ext cx="1872000" cy="36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35" name="文字版面配置區 8">
            <a:extLst>
              <a:ext uri="{FF2B5EF4-FFF2-40B4-BE49-F238E27FC236}">
                <a16:creationId xmlns:a16="http://schemas.microsoft.com/office/drawing/2014/main" xmlns="" id="{D0CF6241-B0D3-4D20-B605-DD302BA1D6C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899313" y="3859797"/>
            <a:ext cx="1872000" cy="36000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2</a:t>
            </a:r>
            <a:endParaRPr lang="zh-TW" altLang="en-US" dirty="0"/>
          </a:p>
        </p:txBody>
      </p:sp>
      <p:sp>
        <p:nvSpPr>
          <p:cNvPr id="36" name="文字版面配置區 10">
            <a:extLst>
              <a:ext uri="{FF2B5EF4-FFF2-40B4-BE49-F238E27FC236}">
                <a16:creationId xmlns:a16="http://schemas.microsoft.com/office/drawing/2014/main" xmlns="" id="{711DB09A-A42D-4902-AF3E-5D0DC168C28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99313" y="4348309"/>
            <a:ext cx="1872000" cy="36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37" name="圖片版面配置區 15">
            <a:extLst>
              <a:ext uri="{FF2B5EF4-FFF2-40B4-BE49-F238E27FC236}">
                <a16:creationId xmlns:a16="http://schemas.microsoft.com/office/drawing/2014/main" xmlns="" id="{E96186ED-3118-47CD-987B-87DECE43F02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5130008" y="3859797"/>
            <a:ext cx="1219835" cy="1219835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38" name="圖片版面配置區 15">
            <a:extLst>
              <a:ext uri="{FF2B5EF4-FFF2-40B4-BE49-F238E27FC236}">
                <a16:creationId xmlns:a16="http://schemas.microsoft.com/office/drawing/2014/main" xmlns="" id="{BF2BC07A-75E7-4434-B71D-F48A7ADA804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8526933" y="3859797"/>
            <a:ext cx="1219835" cy="1219835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4" name="矩形 6">
            <a:extLst>
              <a:ext uri="{FF2B5EF4-FFF2-40B4-BE49-F238E27FC236}">
                <a16:creationId xmlns:a16="http://schemas.microsoft.com/office/drawing/2014/main" xmlns="" id="{CEDEC4EC-1B7D-4C30-9BDC-ED714BC0AD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2388" y="3311998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8" name="矩形 6">
            <a:extLst>
              <a:ext uri="{FF2B5EF4-FFF2-40B4-BE49-F238E27FC236}">
                <a16:creationId xmlns:a16="http://schemas.microsoft.com/office/drawing/2014/main" xmlns="" id="{61B31970-0B46-450B-916F-74D6DEF9B8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7313" y="3311998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9" name="矩形 6">
            <a:extLst>
              <a:ext uri="{FF2B5EF4-FFF2-40B4-BE49-F238E27FC236}">
                <a16:creationId xmlns:a16="http://schemas.microsoft.com/office/drawing/2014/main" xmlns="" id="{950320AF-7644-49E1-9D16-7054771391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2388" y="4935521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30" name="矩形 6">
            <a:extLst>
              <a:ext uri="{FF2B5EF4-FFF2-40B4-BE49-F238E27FC236}">
                <a16:creationId xmlns:a16="http://schemas.microsoft.com/office/drawing/2014/main" xmlns="" id="{D36D919E-E710-495F-8E8C-3A987E502C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7313" y="4935521"/>
            <a:ext cx="1836000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065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A4BB9D81-6871-4A9D-BF45-2D079E8030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3465" y="812097"/>
            <a:ext cx="11528535" cy="5645385"/>
          </a:xfrm>
          <a:prstGeom prst="rect">
            <a:avLst/>
          </a:prstGeom>
        </p:spPr>
      </p:pic>
      <p:sp>
        <p:nvSpPr>
          <p:cNvPr id="8" name="圖片版面配置區 10">
            <a:extLst>
              <a:ext uri="{FF2B5EF4-FFF2-40B4-BE49-F238E27FC236}">
                <a16:creationId xmlns:a16="http://schemas.microsoft.com/office/drawing/2014/main" xmlns="" id="{D7C80831-068A-4F76-B718-3D893A2E5B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17319" y="1255405"/>
            <a:ext cx="6974680" cy="3935414"/>
          </a:xfrm>
          <a:solidFill>
            <a:schemeClr val="bg1">
              <a:lumMod val="95000"/>
              <a:alpha val="70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/>
              <a:t>在這裡插入螢幕設計或將螢幕設計拖放到這裡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370" y="3955774"/>
            <a:ext cx="3978665" cy="1976617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9A5F0423-B6EE-42FD-9306-5E965142C6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FBCE01B6-FB5C-471B-B95B-DB3DC8A0E4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9" name="標題 8">
            <a:extLst>
              <a:ext uri="{FF2B5EF4-FFF2-40B4-BE49-F238E27FC236}">
                <a16:creationId xmlns:a16="http://schemas.microsoft.com/office/drawing/2014/main" xmlns="" id="{5CA0D6D2-4DA0-4AEE-95C1-E8BDD05153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71035" cy="432000"/>
          </a:xfrm>
        </p:spPr>
        <p:txBody>
          <a:bodyPr rtlCol="0"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dirty="0"/>
              <a:t>按一下以編輯標題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86E450DC-177B-4710-8122-B192B58AB3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863" y="2563813"/>
            <a:ext cx="3979862" cy="1212850"/>
          </a:xfrm>
        </p:spPr>
        <p:txBody>
          <a:bodyPr rtlCol="0" anchor="b"/>
          <a:lstStyle>
            <a:lvl1pPr marL="0" indent="0">
              <a:buNone/>
              <a:defRPr sz="28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>
                <a:latin typeface="+mj-lt"/>
              </a:defRPr>
            </a:lvl2pPr>
            <a:lvl3pPr marL="542925" indent="0">
              <a:buNone/>
              <a:defRPr>
                <a:latin typeface="+mj-lt"/>
              </a:defRPr>
            </a:lvl3pPr>
            <a:lvl4pPr marL="809625" indent="0">
              <a:buNone/>
              <a:defRPr>
                <a:latin typeface="+mj-lt"/>
              </a:defRPr>
            </a:lvl4pPr>
            <a:lvl5pPr marL="1076325" indent="0">
              <a:buNone/>
              <a:defRPr>
                <a:latin typeface="+mj-lt"/>
              </a:defRPr>
            </a:lvl5pPr>
          </a:lstStyle>
          <a:p>
            <a:pPr lvl="0" rtl="0"/>
            <a:r>
              <a:rPr lang="zh-TW" altLang="en-US" dirty="0"/>
              <a:t>強調文字</a:t>
            </a:r>
          </a:p>
        </p:txBody>
      </p:sp>
    </p:spTree>
    <p:extLst>
      <p:ext uri="{BB962C8B-B14F-4D97-AF65-F5344CB8AC3E}">
        <p14:creationId xmlns:p14="http://schemas.microsoft.com/office/powerpoint/2010/main" val="419701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xmlns="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7185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2</a:t>
            </a:r>
            <a:endParaRPr lang="zh-TW" altLang="en-US" dirty="0"/>
          </a:p>
        </p:txBody>
      </p:sp>
      <p:sp>
        <p:nvSpPr>
          <p:cNvPr id="10" name="文字版面配置區 10">
            <a:extLst>
              <a:ext uri="{FF2B5EF4-FFF2-40B4-BE49-F238E27FC236}">
                <a16:creationId xmlns:a16="http://schemas.microsoft.com/office/drawing/2014/main" xmlns="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7185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1" name="文字版面配置區 8">
            <a:extLst>
              <a:ext uri="{FF2B5EF4-FFF2-40B4-BE49-F238E27FC236}">
                <a16:creationId xmlns:a16="http://schemas.microsoft.com/office/drawing/2014/main" xmlns="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1190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3</a:t>
            </a:r>
            <a:endParaRPr lang="zh-TW" altLang="en-US" dirty="0"/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xmlns="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1190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3" name="文字版面配置區 8">
            <a:extLst>
              <a:ext uri="{FF2B5EF4-FFF2-40B4-BE49-F238E27FC236}">
                <a16:creationId xmlns:a16="http://schemas.microsoft.com/office/drawing/2014/main" xmlns="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51950" y="3971432"/>
            <a:ext cx="1980000" cy="36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</a:t>
            </a:r>
            <a:r>
              <a:rPr lang="zh-TW" altLang="en-US"/>
              <a:t>符號 </a:t>
            </a:r>
            <a:r>
              <a:rPr lang="en-US" altLang="zh-TW"/>
              <a:t>4</a:t>
            </a:r>
            <a:endParaRPr lang="zh-TW" altLang="en-US" dirty="0"/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xmlns="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51950" y="4605832"/>
            <a:ext cx="1980000" cy="720000"/>
          </a:xfrm>
        </p:spPr>
        <p:txBody>
          <a:bodyPr rtlCol="0"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項目符號描述</a:t>
            </a:r>
          </a:p>
        </p:txBody>
      </p:sp>
      <p:sp>
        <p:nvSpPr>
          <p:cNvPr id="18" name="圖片版面配置區 15">
            <a:extLst>
              <a:ext uri="{FF2B5EF4-FFF2-40B4-BE49-F238E27FC236}">
                <a16:creationId xmlns:a16="http://schemas.microsoft.com/office/drawing/2014/main" xmlns="" id="{43CBE128-6D8D-4605-B225-5A34FFB1F25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0238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9" name="圖片版面配置區 15">
            <a:extLst>
              <a:ext uri="{FF2B5EF4-FFF2-40B4-BE49-F238E27FC236}">
                <a16:creationId xmlns:a16="http://schemas.microsoft.com/office/drawing/2014/main" xmlns="" id="{E63C0874-8701-4CED-B60A-61A655FB5A5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36390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0" name="圖片版面配置區 15">
            <a:extLst>
              <a:ext uri="{FF2B5EF4-FFF2-40B4-BE49-F238E27FC236}">
                <a16:creationId xmlns:a16="http://schemas.microsoft.com/office/drawing/2014/main" xmlns="" id="{F223D9C7-A9C3-4D38-B4D8-9CAB3A19CF5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703950" y="1981486"/>
            <a:ext cx="1476000" cy="1476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文字版面配置區 5">
            <a:extLst>
              <a:ext uri="{FF2B5EF4-FFF2-40B4-BE49-F238E27FC236}">
                <a16:creationId xmlns:a16="http://schemas.microsoft.com/office/drawing/2014/main" xmlns="" id="{AE3E6576-B268-4232-858E-037F3AFA53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xmlns="" id="{0DFB96B7-45A3-4381-89C2-4A31A565FF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843850" y="1642400"/>
            <a:ext cx="6516100" cy="2131094"/>
            <a:chOff x="2843850" y="1642400"/>
            <a:chExt cx="1836000" cy="2131094"/>
          </a:xfrm>
        </p:grpSpPr>
        <p:sp>
          <p:nvSpPr>
            <p:cNvPr id="16" name="矩形 6">
              <a:extLst>
                <a:ext uri="{FF2B5EF4-FFF2-40B4-BE49-F238E27FC236}">
                  <a16:creationId xmlns:a16="http://schemas.microsoft.com/office/drawing/2014/main" xmlns="" id="{57C639D3-D14E-4739-A805-8BD1EE3723AB}"/>
                </a:ext>
              </a:extLst>
            </p:cNvPr>
            <p:cNvSpPr/>
            <p:nvPr/>
          </p:nvSpPr>
          <p:spPr>
            <a:xfrm>
              <a:off x="2843850" y="3629494"/>
              <a:ext cx="1836000" cy="144000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  <p:sp>
          <p:nvSpPr>
            <p:cNvPr id="17" name="矩形 6">
              <a:extLst>
                <a:ext uri="{FF2B5EF4-FFF2-40B4-BE49-F238E27FC236}">
                  <a16:creationId xmlns:a16="http://schemas.microsoft.com/office/drawing/2014/main" xmlns="" id="{3552379E-CA58-42E4-929B-E0CDE195CFB4}"/>
                </a:ext>
              </a:extLst>
            </p:cNvPr>
            <p:cNvSpPr/>
            <p:nvPr/>
          </p:nvSpPr>
          <p:spPr>
            <a:xfrm flipV="1">
              <a:off x="2843850" y="1642400"/>
              <a:ext cx="1836000" cy="144000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397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9A5F0423-B6EE-42FD-9306-5E965142C6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FBCE01B6-FB5C-471B-B95B-DB3DC8A0E4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9" name="標題 8">
            <a:extLst>
              <a:ext uri="{FF2B5EF4-FFF2-40B4-BE49-F238E27FC236}">
                <a16:creationId xmlns:a16="http://schemas.microsoft.com/office/drawing/2014/main" xmlns="" id="{5CA0D6D2-4DA0-4AEE-95C1-E8BDD051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xmlns="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52000"/>
            <a:ext cx="5472000" cy="504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xmlns="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xmlns="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152525"/>
            <a:ext cx="5472113" cy="50387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xmlns="" id="{AF8E62C6-0CCA-4909-AE69-A32ED6AC06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xmlns="" id="{1423F09E-5021-4E1D-A4A8-174F779F2749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1790100" y="2701131"/>
            <a:ext cx="3546675" cy="2828138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9" name="內容預留位置 3">
            <a:extLst>
              <a:ext uri="{FF2B5EF4-FFF2-40B4-BE49-F238E27FC236}">
                <a16:creationId xmlns:a16="http://schemas.microsoft.com/office/drawing/2014/main" xmlns="" id="{F7C3D0F0-8880-4132-9B6F-33B2D7437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8100" y="2701131"/>
            <a:ext cx="3546675" cy="2828138"/>
          </a:xfrm>
        </p:spPr>
        <p:txBody>
          <a:bodyPr rtlCol="0"/>
          <a:lstStyle>
            <a:lvl1pPr>
              <a:buClr>
                <a:schemeClr val="accent1">
                  <a:lumMod val="50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buClr>
                <a:schemeClr val="accent1">
                  <a:lumMod val="50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buClr>
                <a:schemeClr val="accent1">
                  <a:lumMod val="50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buClr>
                <a:schemeClr val="accent1">
                  <a:lumMod val="50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buClr>
                <a:schemeClr val="accent1">
                  <a:lumMod val="50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xmlns="" id="{9CBDEF46-1F51-42D2-A43C-36A28ECB34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93079" y="1728000"/>
            <a:ext cx="3554451" cy="735800"/>
          </a:xfrm>
          <a:noFill/>
        </p:spPr>
        <p:txBody>
          <a:bodyPr rtlCol="0" anchor="t"/>
          <a:lstStyle>
            <a:lvl1pPr marL="0" indent="0" algn="l">
              <a:buNone/>
              <a:defRPr sz="54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US" altLang="zh-TW"/>
              <a:t>1</a:t>
            </a:r>
            <a:endParaRPr lang="zh-TW" altLang="en-US" dirty="0"/>
          </a:p>
        </p:txBody>
      </p:sp>
      <p:sp>
        <p:nvSpPr>
          <p:cNvPr id="11" name="文字版面配置區 4">
            <a:extLst>
              <a:ext uri="{FF2B5EF4-FFF2-40B4-BE49-F238E27FC236}">
                <a16:creationId xmlns:a16="http://schemas.microsoft.com/office/drawing/2014/main" xmlns="" id="{9CA11096-D31C-4BD0-AFF9-7575C5E8E5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55762" y="1722438"/>
            <a:ext cx="3538517" cy="735749"/>
          </a:xfrm>
        </p:spPr>
        <p:txBody>
          <a:bodyPr rtlCol="0" anchor="t"/>
          <a:lstStyle>
            <a:lvl1pPr marL="0" indent="0">
              <a:buNone/>
              <a:defRPr sz="5400">
                <a:solidFill>
                  <a:schemeClr val="accent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2</a:t>
            </a:r>
            <a:endParaRPr lang="zh-TW" altLang="en-US" dirty="0"/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xmlns="" id="{6438B210-DE07-4BDD-BDB3-2A3DF619BED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59785" y="1722438"/>
            <a:ext cx="735013" cy="735012"/>
          </a:xfrm>
        </p:spPr>
        <p:txBody>
          <a:bodyPr rtlCol="0" anchor="ctr"/>
          <a:lstStyle>
            <a:lvl1pPr marL="0" indent="0" algn="ctr">
              <a:buNone/>
              <a:defRPr sz="1100" i="1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2" name="圖片版面配置區 3">
            <a:extLst>
              <a:ext uri="{FF2B5EF4-FFF2-40B4-BE49-F238E27FC236}">
                <a16:creationId xmlns:a16="http://schemas.microsoft.com/office/drawing/2014/main" xmlns="" id="{FAD6E0EA-E35F-4E2B-869F-7A912C4CB62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722468" y="1722438"/>
            <a:ext cx="735013" cy="735012"/>
          </a:xfrm>
        </p:spPr>
        <p:txBody>
          <a:bodyPr rtlCol="0" anchor="ctr"/>
          <a:lstStyle>
            <a:lvl1pPr marL="0" indent="0" algn="ctr">
              <a:buNone/>
              <a:defRPr sz="1100" i="1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516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版面配置區 3">
            <a:extLst>
              <a:ext uri="{FF2B5EF4-FFF2-40B4-BE49-F238E27FC236}">
                <a16:creationId xmlns:a16="http://schemas.microsoft.com/office/drawing/2014/main" xmlns="" id="{72C502DE-CADD-4CC1-972E-2007199550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0706" y="1593150"/>
            <a:ext cx="4348065" cy="434806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節標題</a:t>
            </a:r>
          </a:p>
        </p:txBody>
      </p:sp>
      <p:sp>
        <p:nvSpPr>
          <p:cNvPr id="14" name="文字版面配置區 9">
            <a:extLst>
              <a:ext uri="{FF2B5EF4-FFF2-40B4-BE49-F238E27FC236}">
                <a16:creationId xmlns:a16="http://schemas.microsoft.com/office/drawing/2014/main" xmlns="" id="{19BE8230-B656-44E2-9319-E1464125040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21084" y="1949641"/>
            <a:ext cx="3635083" cy="363508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180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dirty="0"/>
              <a:t>節標題</a:t>
            </a:r>
          </a:p>
        </p:txBody>
      </p:sp>
      <p:sp>
        <p:nvSpPr>
          <p:cNvPr id="15" name="文字版面配置區 9">
            <a:extLst>
              <a:ext uri="{FF2B5EF4-FFF2-40B4-BE49-F238E27FC236}">
                <a16:creationId xmlns:a16="http://schemas.microsoft.com/office/drawing/2014/main" xmlns="" id="{8F1CA0D5-06FF-4D1F-B534-1DFFCB23EA7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38481" y="2207063"/>
            <a:ext cx="3120238" cy="312023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180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dirty="0"/>
              <a:t>節標題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xmlns="" id="{AF8E62C6-0CCA-4909-AE69-A32ED6AC06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sp>
        <p:nvSpPr>
          <p:cNvPr id="16" name="文字版面配置區 3">
            <a:extLst>
              <a:ext uri="{FF2B5EF4-FFF2-40B4-BE49-F238E27FC236}">
                <a16:creationId xmlns:a16="http://schemas.microsoft.com/office/drawing/2014/main" xmlns="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58929" y="2205688"/>
            <a:ext cx="2811618" cy="1440000"/>
          </a:xfrm>
          <a:prstGeom prst="rect">
            <a:avLst/>
          </a:prstGeom>
          <a:noFill/>
        </p:spPr>
        <p:txBody>
          <a:bodyPr rtlCol="0" anchor="b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US" altLang="zh-TW"/>
              <a:t>1</a:t>
            </a:r>
            <a:endParaRPr lang="zh-TW" altLang="en-US" dirty="0"/>
          </a:p>
        </p:txBody>
      </p:sp>
      <p:sp>
        <p:nvSpPr>
          <p:cNvPr id="17" name="文字版面配置區 9">
            <a:extLst>
              <a:ext uri="{FF2B5EF4-FFF2-40B4-BE49-F238E27FC236}">
                <a16:creationId xmlns:a16="http://schemas.microsoft.com/office/drawing/2014/main" xmlns="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32816" y="2205688"/>
            <a:ext cx="2811618" cy="14400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60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en-US" altLang="zh-TW"/>
              <a:t>2</a:t>
            </a:r>
            <a:endParaRPr lang="zh-TW" altLang="en-US" dirty="0"/>
          </a:p>
        </p:txBody>
      </p:sp>
      <p:sp>
        <p:nvSpPr>
          <p:cNvPr id="18" name="文字版面配置區 9">
            <a:extLst>
              <a:ext uri="{FF2B5EF4-FFF2-40B4-BE49-F238E27FC236}">
                <a16:creationId xmlns:a16="http://schemas.microsoft.com/office/drawing/2014/main" xmlns="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47101" y="2205688"/>
            <a:ext cx="2597043" cy="14400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60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en-US" altLang="zh-TW"/>
              <a:t>3</a:t>
            </a:r>
            <a:endParaRPr lang="zh-TW" altLang="en-US" dirty="0"/>
          </a:p>
        </p:txBody>
      </p:sp>
      <p:sp>
        <p:nvSpPr>
          <p:cNvPr id="19" name="內容版面配置區 3">
            <a:extLst>
              <a:ext uri="{FF2B5EF4-FFF2-40B4-BE49-F238E27FC236}">
                <a16:creationId xmlns:a16="http://schemas.microsoft.com/office/drawing/2014/main" xmlns="" id="{B1F9D630-F36F-43B5-B6A8-62245E084CA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074738" y="4243333"/>
            <a:ext cx="1980000" cy="72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節描述</a:t>
            </a:r>
          </a:p>
        </p:txBody>
      </p:sp>
      <p:sp>
        <p:nvSpPr>
          <p:cNvPr id="20" name="文字版面配置區 5">
            <a:extLst>
              <a:ext uri="{FF2B5EF4-FFF2-40B4-BE49-F238E27FC236}">
                <a16:creationId xmlns:a16="http://schemas.microsoft.com/office/drawing/2014/main" xmlns="" id="{7488A707-03CD-495D-B761-9F9DAE92C6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8625" y="4243333"/>
            <a:ext cx="1980000" cy="72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節描述</a:t>
            </a:r>
          </a:p>
        </p:txBody>
      </p:sp>
      <p:sp>
        <p:nvSpPr>
          <p:cNvPr id="21" name="文字版面配置區 9">
            <a:extLst>
              <a:ext uri="{FF2B5EF4-FFF2-40B4-BE49-F238E27FC236}">
                <a16:creationId xmlns:a16="http://schemas.microsoft.com/office/drawing/2014/main" xmlns="" id="{99A33CFC-3C95-43CD-92E8-05A5E6D98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08600" y="4243333"/>
            <a:ext cx="1980000" cy="720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節描述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047CF562-A700-49C4-A50C-2A49B19BC7BF}"/>
              </a:ext>
            </a:extLst>
          </p:cNvPr>
          <p:cNvSpPr txBox="1">
            <a:spLocks/>
          </p:cNvSpPr>
          <p:nvPr userDrawn="1"/>
        </p:nvSpPr>
        <p:spPr>
          <a:xfrm>
            <a:off x="4921084" y="2993698"/>
            <a:ext cx="317688" cy="1544221"/>
          </a:xfrm>
          <a:custGeom>
            <a:avLst/>
            <a:gdLst>
              <a:gd name="connsiteX0" fmla="*/ 173971 w 317688"/>
              <a:gd name="connsiteY0" fmla="*/ 0 h 1544221"/>
              <a:gd name="connsiteX1" fmla="*/ 219948 w 317688"/>
              <a:gd name="connsiteY1" fmla="*/ 125619 h 1544221"/>
              <a:gd name="connsiteX2" fmla="*/ 317688 w 317688"/>
              <a:gd name="connsiteY2" fmla="*/ 772110 h 1544221"/>
              <a:gd name="connsiteX3" fmla="*/ 219948 w 317688"/>
              <a:gd name="connsiteY3" fmla="*/ 1418601 h 1544221"/>
              <a:gd name="connsiteX4" fmla="*/ 173971 w 317688"/>
              <a:gd name="connsiteY4" fmla="*/ 1544221 h 1544221"/>
              <a:gd name="connsiteX5" fmla="*/ 142832 w 317688"/>
              <a:gd name="connsiteY5" fmla="*/ 1479580 h 1544221"/>
              <a:gd name="connsiteX6" fmla="*/ 0 w 317688"/>
              <a:gd name="connsiteY6" fmla="*/ 772110 h 1544221"/>
              <a:gd name="connsiteX7" fmla="*/ 142832 w 317688"/>
              <a:gd name="connsiteY7" fmla="*/ 64641 h 1544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688" h="1544221">
                <a:moveTo>
                  <a:pt x="173971" y="0"/>
                </a:moveTo>
                <a:lnTo>
                  <a:pt x="219948" y="125619"/>
                </a:lnTo>
                <a:cubicBezTo>
                  <a:pt x="283469" y="329846"/>
                  <a:pt x="317688" y="546982"/>
                  <a:pt x="317688" y="772110"/>
                </a:cubicBezTo>
                <a:cubicBezTo>
                  <a:pt x="317688" y="997239"/>
                  <a:pt x="283469" y="1214375"/>
                  <a:pt x="219948" y="1418601"/>
                </a:cubicBezTo>
                <a:lnTo>
                  <a:pt x="173971" y="1544221"/>
                </a:lnTo>
                <a:lnTo>
                  <a:pt x="142832" y="1479580"/>
                </a:lnTo>
                <a:cubicBezTo>
                  <a:pt x="50859" y="1262132"/>
                  <a:pt x="0" y="1023060"/>
                  <a:pt x="0" y="772110"/>
                </a:cubicBezTo>
                <a:cubicBezTo>
                  <a:pt x="0" y="521160"/>
                  <a:pt x="50859" y="282088"/>
                  <a:pt x="142832" y="64641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lang="en-ZA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xmlns="" id="{594DA0E5-4933-41D4-8C7B-70093A9DB34D}"/>
              </a:ext>
            </a:extLst>
          </p:cNvPr>
          <p:cNvSpPr txBox="1">
            <a:spLocks/>
          </p:cNvSpPr>
          <p:nvPr userDrawn="1"/>
        </p:nvSpPr>
        <p:spPr>
          <a:xfrm>
            <a:off x="8238481" y="3054203"/>
            <a:ext cx="317687" cy="1423210"/>
          </a:xfrm>
          <a:custGeom>
            <a:avLst/>
            <a:gdLst>
              <a:gd name="connsiteX0" fmla="*/ 172863 w 317687"/>
              <a:gd name="connsiteY0" fmla="*/ 0 h 1423210"/>
              <a:gd name="connsiteX1" fmla="*/ 174856 w 317687"/>
              <a:gd name="connsiteY1" fmla="*/ 4136 h 1423210"/>
              <a:gd name="connsiteX2" fmla="*/ 317687 w 317687"/>
              <a:gd name="connsiteY2" fmla="*/ 711605 h 1423210"/>
              <a:gd name="connsiteX3" fmla="*/ 174856 w 317687"/>
              <a:gd name="connsiteY3" fmla="*/ 1419075 h 1423210"/>
              <a:gd name="connsiteX4" fmla="*/ 172864 w 317687"/>
              <a:gd name="connsiteY4" fmla="*/ 1423210 h 1423210"/>
              <a:gd name="connsiteX5" fmla="*/ 122602 w 317687"/>
              <a:gd name="connsiteY5" fmla="*/ 1318873 h 1423210"/>
              <a:gd name="connsiteX6" fmla="*/ 0 w 317687"/>
              <a:gd name="connsiteY6" fmla="*/ 711604 h 1423210"/>
              <a:gd name="connsiteX7" fmla="*/ 122602 w 317687"/>
              <a:gd name="connsiteY7" fmla="*/ 104335 h 142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687" h="1423210">
                <a:moveTo>
                  <a:pt x="172863" y="0"/>
                </a:moveTo>
                <a:lnTo>
                  <a:pt x="174856" y="4136"/>
                </a:lnTo>
                <a:cubicBezTo>
                  <a:pt x="266828" y="221583"/>
                  <a:pt x="317687" y="460655"/>
                  <a:pt x="317687" y="711605"/>
                </a:cubicBezTo>
                <a:cubicBezTo>
                  <a:pt x="317687" y="962555"/>
                  <a:pt x="266828" y="1201627"/>
                  <a:pt x="174856" y="1419075"/>
                </a:cubicBezTo>
                <a:lnTo>
                  <a:pt x="172864" y="1423210"/>
                </a:lnTo>
                <a:lnTo>
                  <a:pt x="122602" y="1318873"/>
                </a:lnTo>
                <a:cubicBezTo>
                  <a:pt x="43656" y="1132223"/>
                  <a:pt x="0" y="927012"/>
                  <a:pt x="0" y="711604"/>
                </a:cubicBezTo>
                <a:cubicBezTo>
                  <a:pt x="0" y="496197"/>
                  <a:pt x="43656" y="290985"/>
                  <a:pt x="122602" y="10433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Calibri" panose="020F0502020204030204" pitchFamily="34" charset="0"/>
              <a:buNone/>
              <a:defRPr lang="en-ZA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751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箭號：左-右 2">
            <a:extLst>
              <a:ext uri="{FF2B5EF4-FFF2-40B4-BE49-F238E27FC236}">
                <a16:creationId xmlns:a16="http://schemas.microsoft.com/office/drawing/2014/main" xmlns="" id="{CFAEDCAA-CDC7-47ED-A380-37E6ACCA8560}"/>
              </a:ext>
            </a:extLst>
          </p:cNvPr>
          <p:cNvSpPr/>
          <p:nvPr userDrawn="1"/>
        </p:nvSpPr>
        <p:spPr>
          <a:xfrm>
            <a:off x="388279" y="3558496"/>
            <a:ext cx="11415443" cy="97190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箭號：左-右 13">
            <a:extLst>
              <a:ext uri="{FF2B5EF4-FFF2-40B4-BE49-F238E27FC236}">
                <a16:creationId xmlns:a16="http://schemas.microsoft.com/office/drawing/2014/main" xmlns="" id="{F9300B0F-E539-42E5-B7E4-21E21637BA8D}"/>
              </a:ext>
            </a:extLst>
          </p:cNvPr>
          <p:cNvSpPr/>
          <p:nvPr userDrawn="1"/>
        </p:nvSpPr>
        <p:spPr>
          <a:xfrm rot="5400000">
            <a:off x="3772822" y="3576211"/>
            <a:ext cx="4652357" cy="97190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10" name="文字版面配置區 5">
            <a:extLst>
              <a:ext uri="{FF2B5EF4-FFF2-40B4-BE49-F238E27FC236}">
                <a16:creationId xmlns:a16="http://schemas.microsoft.com/office/drawing/2014/main" xmlns="" id="{6CD52AD9-4495-432B-B01C-26AAF0EAA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951013"/>
            <a:ext cx="1980000" cy="252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四分色方塊標題</a:t>
            </a:r>
          </a:p>
        </p:txBody>
      </p:sp>
      <p:sp>
        <p:nvSpPr>
          <p:cNvPr id="11" name="文字版面配置區 5">
            <a:extLst>
              <a:ext uri="{FF2B5EF4-FFF2-40B4-BE49-F238E27FC236}">
                <a16:creationId xmlns:a16="http://schemas.microsoft.com/office/drawing/2014/main" xmlns="" id="{23E8F54F-C5BD-4FE6-BB69-FEC69BC0FD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6046600"/>
            <a:ext cx="1980000" cy="252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四分色方塊標題</a:t>
            </a:r>
          </a:p>
        </p:txBody>
      </p:sp>
      <p:sp>
        <p:nvSpPr>
          <p:cNvPr id="12" name="文字版面配置區 5">
            <a:extLst>
              <a:ext uri="{FF2B5EF4-FFF2-40B4-BE49-F238E27FC236}">
                <a16:creationId xmlns:a16="http://schemas.microsoft.com/office/drawing/2014/main" xmlns="" id="{AF9EB7E7-72B3-4FD3-B153-815A53CB1B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3260393"/>
            <a:ext cx="1980000" cy="25200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四分色方塊標題</a:t>
            </a:r>
          </a:p>
        </p:txBody>
      </p:sp>
      <p:sp>
        <p:nvSpPr>
          <p:cNvPr id="13" name="文字版面配置區 5">
            <a:extLst>
              <a:ext uri="{FF2B5EF4-FFF2-40B4-BE49-F238E27FC236}">
                <a16:creationId xmlns:a16="http://schemas.microsoft.com/office/drawing/2014/main" xmlns="" id="{139AE34A-A4BE-43AA-9A69-9A18D5FC53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92001" y="3260393"/>
            <a:ext cx="1980000" cy="252000"/>
          </a:xfr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四分色方塊標題</a:t>
            </a:r>
          </a:p>
        </p:txBody>
      </p:sp>
    </p:spTree>
    <p:extLst>
      <p:ext uri="{BB962C8B-B14F-4D97-AF65-F5344CB8AC3E}">
        <p14:creationId xmlns:p14="http://schemas.microsoft.com/office/powerpoint/2010/main" val="431150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xmlns="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xmlns="" id="{3103194D-3DB5-46F8-9ACE-B2B142B87BE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4569" y="2673626"/>
            <a:ext cx="2975206" cy="3269974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xmlns="" id="{3569837A-DE3B-4C2A-B811-BCC93B8681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14397" y="2673626"/>
            <a:ext cx="2975206" cy="3269974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xmlns="" id="{A914D45E-73D5-4807-A6F8-1A996A31F7F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434225" y="2673626"/>
            <a:ext cx="2975206" cy="3269974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 rtlCol="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xmlns="" id="{20206252-95E9-4C8F-8EB4-26F27AC6FB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4569" y="1728000"/>
            <a:ext cx="2975206" cy="720000"/>
          </a:xfrm>
          <a:noFill/>
          <a:ln w="28575">
            <a:noFill/>
          </a:ln>
        </p:spPr>
        <p:txBody>
          <a:bodyPr lIns="108000" tIns="36000" rIns="108000" bIns="36000" rtlCol="0" anchor="ctr"/>
          <a:lstStyle>
            <a:lvl1pPr marL="0" indent="0" algn="ctr">
              <a:buNone/>
              <a:defRPr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/>
              <a:t>節 </a:t>
            </a:r>
            <a:r>
              <a:rPr lang="en-US" altLang="zh-TW"/>
              <a:t>1 </a:t>
            </a:r>
            <a:r>
              <a:rPr lang="zh-TW" altLang="en-US"/>
              <a:t>標題</a:t>
            </a:r>
            <a:endParaRPr lang="zh-TW" altLang="en-US" dirty="0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xmlns="" id="{9256C163-60A0-49AC-9FEA-A56ACF30FA3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4397" y="1728000"/>
            <a:ext cx="2975206" cy="720000"/>
          </a:xfrm>
          <a:noFill/>
          <a:ln w="28575">
            <a:noFill/>
          </a:ln>
        </p:spPr>
        <p:txBody>
          <a:bodyPr lIns="108000" tIns="36000" rIns="108000" bIns="36000" rtlCol="0" anchor="ctr"/>
          <a:lstStyle>
            <a:lvl1pPr marL="0" indent="0" algn="ctr">
              <a:buNone/>
              <a:defRPr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/>
              <a:t>節 </a:t>
            </a:r>
            <a:r>
              <a:rPr lang="en-US" altLang="zh-TW"/>
              <a:t>2 </a:t>
            </a:r>
            <a:r>
              <a:rPr lang="zh-TW" altLang="en-US"/>
              <a:t>標題</a:t>
            </a:r>
            <a:endParaRPr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xmlns="" id="{FAF68729-4DB7-4514-BF22-9950FB3ECC3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34225" y="1728000"/>
            <a:ext cx="2975206" cy="720000"/>
          </a:xfrm>
          <a:noFill/>
          <a:ln w="28575">
            <a:noFill/>
          </a:ln>
        </p:spPr>
        <p:txBody>
          <a:bodyPr lIns="108000" tIns="36000" rIns="108000" bIns="36000" rtlCol="0" anchor="ctr"/>
          <a:lstStyle>
            <a:lvl1pPr marL="0" indent="0" algn="ctr">
              <a:buNone/>
              <a:defRPr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/>
              <a:t>節 </a:t>
            </a:r>
            <a:r>
              <a:rPr lang="en-US" altLang="zh-TW"/>
              <a:t>3 </a:t>
            </a:r>
            <a:r>
              <a:rPr lang="zh-TW" altLang="en-US"/>
              <a:t>標題</a:t>
            </a:r>
            <a:endParaRPr lang="zh-TW" altLang="en-US" dirty="0"/>
          </a:p>
        </p:txBody>
      </p:sp>
      <p:sp>
        <p:nvSpPr>
          <p:cNvPr id="14" name="矩形 6">
            <a:extLst>
              <a:ext uri="{FF2B5EF4-FFF2-40B4-BE49-F238E27FC236}">
                <a16:creationId xmlns:a16="http://schemas.microsoft.com/office/drawing/2014/main" xmlns="" id="{567F4AE9-9C59-4A3C-9E27-EFC9EE499E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568" y="2344813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5" name="矩形 6">
            <a:extLst>
              <a:ext uri="{FF2B5EF4-FFF2-40B4-BE49-F238E27FC236}">
                <a16:creationId xmlns:a16="http://schemas.microsoft.com/office/drawing/2014/main" xmlns="" id="{3DA09F5A-AF46-4646-A84F-35C1002AF7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4568" y="1656000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6" name="矩形 6">
            <a:extLst>
              <a:ext uri="{FF2B5EF4-FFF2-40B4-BE49-F238E27FC236}">
                <a16:creationId xmlns:a16="http://schemas.microsoft.com/office/drawing/2014/main" xmlns="" id="{36D8447C-AA9F-491F-8EE4-A151146D11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396" y="2344813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xmlns="" id="{826B47AC-1601-4AA8-BEB3-930A9A37FC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608396" y="1656000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8" name="矩形 6">
            <a:extLst>
              <a:ext uri="{FF2B5EF4-FFF2-40B4-BE49-F238E27FC236}">
                <a16:creationId xmlns:a16="http://schemas.microsoft.com/office/drawing/2014/main" xmlns="" id="{EFC9E01C-1D66-47F5-B8D1-BF6041620E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34225" y="2344813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9" name="矩形 6">
            <a:extLst>
              <a:ext uri="{FF2B5EF4-FFF2-40B4-BE49-F238E27FC236}">
                <a16:creationId xmlns:a16="http://schemas.microsoft.com/office/drawing/2014/main" xmlns="" id="{9F5FC000-6DCF-4A02-B144-CC77E752DB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8434225" y="1656000"/>
            <a:ext cx="2975207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pic>
        <p:nvPicPr>
          <p:cNvPr id="20" name="圖形 19" descr="向右箭號">
            <a:extLst>
              <a:ext uri="{FF2B5EF4-FFF2-40B4-BE49-F238E27FC236}">
                <a16:creationId xmlns:a16="http://schemas.microsoft.com/office/drawing/2014/main" xmlns="" id="{74A090BA-639F-4C16-9838-60A32BE3A1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>
            <a:off x="4081865" y="3932250"/>
            <a:ext cx="220441" cy="376363"/>
          </a:xfrm>
          <a:prstGeom prst="rect">
            <a:avLst/>
          </a:prstGeom>
        </p:spPr>
      </p:pic>
      <p:pic>
        <p:nvPicPr>
          <p:cNvPr id="21" name="圖形 20" descr="向右箭號">
            <a:extLst>
              <a:ext uri="{FF2B5EF4-FFF2-40B4-BE49-F238E27FC236}">
                <a16:creationId xmlns:a16="http://schemas.microsoft.com/office/drawing/2014/main" xmlns="" id="{DF58D762-A719-4FC3-BF9E-7B858F0D91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>
            <a:off x="7901693" y="3932250"/>
            <a:ext cx="220441" cy="37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49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xmlns="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sp>
        <p:nvSpPr>
          <p:cNvPr id="9" name="文字版面配置區 10">
            <a:extLst>
              <a:ext uri="{FF2B5EF4-FFF2-40B4-BE49-F238E27FC236}">
                <a16:creationId xmlns:a16="http://schemas.microsoft.com/office/drawing/2014/main" xmlns="" id="{7811C96E-0DEE-4C3C-914D-3D8E37D685D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6466" y="4173151"/>
            <a:ext cx="608493" cy="201776"/>
          </a:xfrm>
        </p:spPr>
        <p:txBody>
          <a:bodyPr rtlCol="0" anchor="ctr"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年份</a:t>
            </a:r>
          </a:p>
        </p:txBody>
      </p:sp>
      <p:sp>
        <p:nvSpPr>
          <p:cNvPr id="10" name="文字版面配置區 10">
            <a:extLst>
              <a:ext uri="{FF2B5EF4-FFF2-40B4-BE49-F238E27FC236}">
                <a16:creationId xmlns:a16="http://schemas.microsoft.com/office/drawing/2014/main" xmlns="" id="{401495E4-6A47-4169-8AF4-736F7CF55C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1799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xmlns="" id="{4A350147-917D-4020-B9C3-CE41143A10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816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12" name="文字版面配置區 10">
            <a:extLst>
              <a:ext uri="{FF2B5EF4-FFF2-40B4-BE49-F238E27FC236}">
                <a16:creationId xmlns:a16="http://schemas.microsoft.com/office/drawing/2014/main" xmlns="" id="{595A6F9E-88A2-46C6-B4B4-642D65C42C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5833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13" name="文字版面配置區 10">
            <a:extLst>
              <a:ext uri="{FF2B5EF4-FFF2-40B4-BE49-F238E27FC236}">
                <a16:creationId xmlns:a16="http://schemas.microsoft.com/office/drawing/2014/main" xmlns="" id="{11C0F1C3-D7E3-418A-8706-CD257C1F5B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7850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xmlns="" id="{105D759B-EB6D-4560-B0B8-1F7EB7D1B8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80666" y="4173151"/>
            <a:ext cx="608493" cy="201776"/>
          </a:xfrm>
        </p:spPr>
        <p:txBody>
          <a:bodyPr rtlCol="0" anchor="ctr"/>
          <a:lstStyle>
            <a:lvl1pPr marL="0" indent="0" algn="ctr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年份</a:t>
            </a:r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xmlns="" id="{8715823E-52F8-49ED-9EC8-E99ED0915B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319867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16" name="文字版面配置區 10">
            <a:extLst>
              <a:ext uri="{FF2B5EF4-FFF2-40B4-BE49-F238E27FC236}">
                <a16:creationId xmlns:a16="http://schemas.microsoft.com/office/drawing/2014/main" xmlns="" id="{7DF700D5-2F9B-4B15-92CF-1052851D5E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91884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17" name="文字版面配置區 10">
            <a:extLst>
              <a:ext uri="{FF2B5EF4-FFF2-40B4-BE49-F238E27FC236}">
                <a16:creationId xmlns:a16="http://schemas.microsoft.com/office/drawing/2014/main" xmlns="" id="{BB40768A-A2DB-44AA-89F5-071BCE4D9F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63901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18" name="文字版面配置區 10">
            <a:extLst>
              <a:ext uri="{FF2B5EF4-FFF2-40B4-BE49-F238E27FC236}">
                <a16:creationId xmlns:a16="http://schemas.microsoft.com/office/drawing/2014/main" xmlns="" id="{16D07EB6-011E-4F65-9F28-20CAB54640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79952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19" name="文字版面配置區 10">
            <a:extLst>
              <a:ext uri="{FF2B5EF4-FFF2-40B4-BE49-F238E27FC236}">
                <a16:creationId xmlns:a16="http://schemas.microsoft.com/office/drawing/2014/main" xmlns="" id="{105B8381-43DD-41A0-A705-D1255AC449A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35918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0" name="文字版面配置區 10">
            <a:extLst>
              <a:ext uri="{FF2B5EF4-FFF2-40B4-BE49-F238E27FC236}">
                <a16:creationId xmlns:a16="http://schemas.microsoft.com/office/drawing/2014/main" xmlns="" id="{C178CB7C-93FB-40C1-9170-B99EF8EE9E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7935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1" name="文字版面配置區 10">
            <a:extLst>
              <a:ext uri="{FF2B5EF4-FFF2-40B4-BE49-F238E27FC236}">
                <a16:creationId xmlns:a16="http://schemas.microsoft.com/office/drawing/2014/main" xmlns="" id="{A2B65EAF-1F60-417C-B138-F72EFEBF6D8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969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2" name="文字版面配置區 10">
            <a:extLst>
              <a:ext uri="{FF2B5EF4-FFF2-40B4-BE49-F238E27FC236}">
                <a16:creationId xmlns:a16="http://schemas.microsoft.com/office/drawing/2014/main" xmlns="" id="{76D120F4-A640-421C-B1F8-406158CFBC8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23986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3" name="文字版面配置區 10">
            <a:extLst>
              <a:ext uri="{FF2B5EF4-FFF2-40B4-BE49-F238E27FC236}">
                <a16:creationId xmlns:a16="http://schemas.microsoft.com/office/drawing/2014/main" xmlns="" id="{BBD14391-1DC8-4D56-951F-25C5BDB3921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5999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4" name="文字版面配置區 10">
            <a:extLst>
              <a:ext uri="{FF2B5EF4-FFF2-40B4-BE49-F238E27FC236}">
                <a16:creationId xmlns:a16="http://schemas.microsoft.com/office/drawing/2014/main" xmlns="" id="{93FC04C9-D1DE-47BA-8D50-6D762B72B8F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68012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5" name="文字版面配置區 10">
            <a:extLst>
              <a:ext uri="{FF2B5EF4-FFF2-40B4-BE49-F238E27FC236}">
                <a16:creationId xmlns:a16="http://schemas.microsoft.com/office/drawing/2014/main" xmlns="" id="{B8FB174F-BC80-4817-90C7-42F90C797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40029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6" name="文字版面配置區 10">
            <a:extLst>
              <a:ext uri="{FF2B5EF4-FFF2-40B4-BE49-F238E27FC236}">
                <a16:creationId xmlns:a16="http://schemas.microsoft.com/office/drawing/2014/main" xmlns="" id="{E896FB65-5B08-4993-8523-822688BB2A9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12046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7" name="文字版面配置區 10">
            <a:extLst>
              <a:ext uri="{FF2B5EF4-FFF2-40B4-BE49-F238E27FC236}">
                <a16:creationId xmlns:a16="http://schemas.microsoft.com/office/drawing/2014/main" xmlns="" id="{DBAF247D-367F-4524-9E85-4B66631D530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84063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8" name="文字版面配置區 10">
            <a:extLst>
              <a:ext uri="{FF2B5EF4-FFF2-40B4-BE49-F238E27FC236}">
                <a16:creationId xmlns:a16="http://schemas.microsoft.com/office/drawing/2014/main" xmlns="" id="{4F9BFDEC-4D89-4C8E-A3D9-A6DF0297F7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56080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29" name="文字版面配置區 10">
            <a:extLst>
              <a:ext uri="{FF2B5EF4-FFF2-40B4-BE49-F238E27FC236}">
                <a16:creationId xmlns:a16="http://schemas.microsoft.com/office/drawing/2014/main" xmlns="" id="{9C08EC58-18EC-4890-94D6-2422A6BBA8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28097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30" name="文字版面配置區 10">
            <a:extLst>
              <a:ext uri="{FF2B5EF4-FFF2-40B4-BE49-F238E27FC236}">
                <a16:creationId xmlns:a16="http://schemas.microsoft.com/office/drawing/2014/main" xmlns="" id="{D360A36A-7282-4045-B0DF-503E6A97BA4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4148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31" name="文字版面配置區 10">
            <a:extLst>
              <a:ext uri="{FF2B5EF4-FFF2-40B4-BE49-F238E27FC236}">
                <a16:creationId xmlns:a16="http://schemas.microsoft.com/office/drawing/2014/main" xmlns="" id="{5F5960EF-7F51-41A0-9E73-D2F727AB3F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00114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32" name="文字版面配置區 10">
            <a:extLst>
              <a:ext uri="{FF2B5EF4-FFF2-40B4-BE49-F238E27FC236}">
                <a16:creationId xmlns:a16="http://schemas.microsoft.com/office/drawing/2014/main" xmlns="" id="{9F81D711-9D82-42A4-8AB2-12D1F4490A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72131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33" name="文字版面配置區 10">
            <a:extLst>
              <a:ext uri="{FF2B5EF4-FFF2-40B4-BE49-F238E27FC236}">
                <a16:creationId xmlns:a16="http://schemas.microsoft.com/office/drawing/2014/main" xmlns="" id="{0A2E5DCC-5FCD-4396-9980-17ECD06BB37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816165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34" name="文字版面配置區 10">
            <a:extLst>
              <a:ext uri="{FF2B5EF4-FFF2-40B4-BE49-F238E27FC236}">
                <a16:creationId xmlns:a16="http://schemas.microsoft.com/office/drawing/2014/main" xmlns="" id="{A3860367-6AF8-4009-AE8B-33DEE49D177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1288182" y="3724159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/>
              <a:t>MM</a:t>
            </a:r>
            <a:endParaRPr lang="zh-TW" altLang="en-US" dirty="0"/>
          </a:p>
        </p:txBody>
      </p:sp>
      <p:sp>
        <p:nvSpPr>
          <p:cNvPr id="35" name="文字版面配置區 3">
            <a:extLst>
              <a:ext uri="{FF2B5EF4-FFF2-40B4-BE49-F238E27FC236}">
                <a16:creationId xmlns:a16="http://schemas.microsoft.com/office/drawing/2014/main" xmlns="" id="{EC5BA522-ACA2-41E7-8167-4CAD19A343D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8" y="2190750"/>
            <a:ext cx="1793875" cy="561975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tIns="36000" rtlCol="0" anchor="t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影像標題</a:t>
            </a:r>
          </a:p>
        </p:txBody>
      </p:sp>
      <p:sp>
        <p:nvSpPr>
          <p:cNvPr id="36" name="文字版面配置區 36">
            <a:extLst>
              <a:ext uri="{FF2B5EF4-FFF2-40B4-BE49-F238E27FC236}">
                <a16:creationId xmlns:a16="http://schemas.microsoft.com/office/drawing/2014/main" xmlns="" id="{3FE4D07D-18EE-4015-BE1A-670EF5502F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12717" y="2505005"/>
            <a:ext cx="1690417" cy="224670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月份，年份</a:t>
            </a:r>
          </a:p>
        </p:txBody>
      </p:sp>
      <p:sp>
        <p:nvSpPr>
          <p:cNvPr id="37" name="箭號：右 36">
            <a:extLst>
              <a:ext uri="{FF2B5EF4-FFF2-40B4-BE49-F238E27FC236}">
                <a16:creationId xmlns:a16="http://schemas.microsoft.com/office/drawing/2014/main" xmlns="" id="{A21A7A3E-FAE9-412E-9085-C5396DD58558}"/>
              </a:ext>
            </a:extLst>
          </p:cNvPr>
          <p:cNvSpPr/>
          <p:nvPr userDrawn="1"/>
        </p:nvSpPr>
        <p:spPr>
          <a:xfrm>
            <a:off x="388279" y="4008086"/>
            <a:ext cx="11415443" cy="97190"/>
          </a:xfrm>
          <a:prstGeom prst="rightArrow">
            <a:avLst>
              <a:gd name="adj1" fmla="val 100000"/>
              <a:gd name="adj2" fmla="val 8593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1082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xmlns="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sp>
        <p:nvSpPr>
          <p:cNvPr id="8" name="圖片版面配置區 4">
            <a:extLst>
              <a:ext uri="{FF2B5EF4-FFF2-40B4-BE49-F238E27FC236}">
                <a16:creationId xmlns:a16="http://schemas.microsoft.com/office/drawing/2014/main" xmlns="" id="{85FDB45C-8129-42FD-85BB-977F66FEA7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2915" y="2319681"/>
            <a:ext cx="1352367" cy="1352367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/>
              <a:t>在這裡插入影像或將影像拖放到這裡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xmlns="" id="{65BC675B-B0CF-41E3-9A61-5C9C818586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55970" y="2319681"/>
            <a:ext cx="1703313" cy="701538"/>
          </a:xfrm>
        </p:spPr>
        <p:txBody>
          <a:bodyPr rtlCol="0" anchor="t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姓名</a:t>
            </a:r>
          </a:p>
        </p:txBody>
      </p:sp>
      <p:sp>
        <p:nvSpPr>
          <p:cNvPr id="10" name="文字版面配置區 10">
            <a:extLst>
              <a:ext uri="{FF2B5EF4-FFF2-40B4-BE49-F238E27FC236}">
                <a16:creationId xmlns:a16="http://schemas.microsoft.com/office/drawing/2014/main" xmlns="" id="{B199D9B2-D8DF-4F6F-9076-9976C85EA4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2915" y="3800064"/>
            <a:ext cx="3246368" cy="180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簡歷</a:t>
            </a:r>
          </a:p>
        </p:txBody>
      </p:sp>
      <p:sp>
        <p:nvSpPr>
          <p:cNvPr id="11" name="文字版面配置區 8">
            <a:extLst>
              <a:ext uri="{FF2B5EF4-FFF2-40B4-BE49-F238E27FC236}">
                <a16:creationId xmlns:a16="http://schemas.microsoft.com/office/drawing/2014/main" xmlns="" id="{F83D3F97-C129-418E-B4E5-27919687902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055970" y="3055171"/>
            <a:ext cx="1703313" cy="245885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12" name="圖片版面配置區 4">
            <a:extLst>
              <a:ext uri="{FF2B5EF4-FFF2-40B4-BE49-F238E27FC236}">
                <a16:creationId xmlns:a16="http://schemas.microsoft.com/office/drawing/2014/main" xmlns="" id="{559091DF-E0B7-4867-B43C-3B02311C64A1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523213" y="2319681"/>
            <a:ext cx="1352367" cy="1352367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/>
              <a:t>在這裡插入影像或將影像拖放到這裡</a:t>
            </a:r>
          </a:p>
        </p:txBody>
      </p:sp>
      <p:sp>
        <p:nvSpPr>
          <p:cNvPr id="13" name="文字版面配置區 8">
            <a:extLst>
              <a:ext uri="{FF2B5EF4-FFF2-40B4-BE49-F238E27FC236}">
                <a16:creationId xmlns:a16="http://schemas.microsoft.com/office/drawing/2014/main" xmlns="" id="{B89D4389-4870-4BAE-B233-955685FCBC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61985" y="2319681"/>
            <a:ext cx="1703313" cy="701538"/>
          </a:xfrm>
        </p:spPr>
        <p:txBody>
          <a:bodyPr rtlCol="0" anchor="t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姓名</a:t>
            </a:r>
          </a:p>
        </p:txBody>
      </p:sp>
      <p:sp>
        <p:nvSpPr>
          <p:cNvPr id="14" name="文字版面配置區 10">
            <a:extLst>
              <a:ext uri="{FF2B5EF4-FFF2-40B4-BE49-F238E27FC236}">
                <a16:creationId xmlns:a16="http://schemas.microsoft.com/office/drawing/2014/main" xmlns="" id="{27F961F7-987F-4B95-AC48-08F4331BE90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18930" y="3800064"/>
            <a:ext cx="3246368" cy="180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簡歷</a:t>
            </a:r>
          </a:p>
        </p:txBody>
      </p:sp>
      <p:sp>
        <p:nvSpPr>
          <p:cNvPr id="15" name="文字版面配置區 8">
            <a:extLst>
              <a:ext uri="{FF2B5EF4-FFF2-40B4-BE49-F238E27FC236}">
                <a16:creationId xmlns:a16="http://schemas.microsoft.com/office/drawing/2014/main" xmlns="" id="{586A8311-6FEF-4231-B5DD-80FA52F5272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61985" y="3055171"/>
            <a:ext cx="1703313" cy="245885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16" name="圖片版面配置區 4">
            <a:extLst>
              <a:ext uri="{FF2B5EF4-FFF2-40B4-BE49-F238E27FC236}">
                <a16:creationId xmlns:a16="http://schemas.microsoft.com/office/drawing/2014/main" xmlns="" id="{A6A8345C-014C-4AD2-8529-29D0E8EECAB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33512" y="2319681"/>
            <a:ext cx="1352367" cy="1352367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/>
              <a:t>在這裡插入影像或將影像拖放到這裡</a:t>
            </a:r>
          </a:p>
        </p:txBody>
      </p:sp>
      <p:sp>
        <p:nvSpPr>
          <p:cNvPr id="17" name="文字版面配置區 8">
            <a:extLst>
              <a:ext uri="{FF2B5EF4-FFF2-40B4-BE49-F238E27FC236}">
                <a16:creationId xmlns:a16="http://schemas.microsoft.com/office/drawing/2014/main" xmlns="" id="{4C771BB0-7999-4A45-A6BB-56C98E978E8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068000" y="2319681"/>
            <a:ext cx="1703313" cy="701538"/>
          </a:xfrm>
        </p:spPr>
        <p:txBody>
          <a:bodyPr rtlCol="0" anchor="t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姓名</a:t>
            </a:r>
          </a:p>
        </p:txBody>
      </p:sp>
      <p:sp>
        <p:nvSpPr>
          <p:cNvPr id="18" name="文字版面配置區 10">
            <a:extLst>
              <a:ext uri="{FF2B5EF4-FFF2-40B4-BE49-F238E27FC236}">
                <a16:creationId xmlns:a16="http://schemas.microsoft.com/office/drawing/2014/main" xmlns="" id="{9FC27C2C-A218-4626-9D04-ECC36D852E8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24945" y="3800064"/>
            <a:ext cx="3246368" cy="180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簡歷</a:t>
            </a:r>
          </a:p>
        </p:txBody>
      </p:sp>
      <p:sp>
        <p:nvSpPr>
          <p:cNvPr id="19" name="文字版面配置區 8">
            <a:extLst>
              <a:ext uri="{FF2B5EF4-FFF2-40B4-BE49-F238E27FC236}">
                <a16:creationId xmlns:a16="http://schemas.microsoft.com/office/drawing/2014/main" xmlns="" id="{15F0F321-195A-45FE-9F4E-2DE6EFF480E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068000" y="3055171"/>
            <a:ext cx="1703313" cy="245885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20" name="矩形 6">
            <a:extLst>
              <a:ext uri="{FF2B5EF4-FFF2-40B4-BE49-F238E27FC236}">
                <a16:creationId xmlns:a16="http://schemas.microsoft.com/office/drawing/2014/main" xmlns="" id="{A31AFB6F-80F0-4E69-8E48-7431E389859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55970" y="3514426"/>
            <a:ext cx="1703313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1" name="矩形 6">
            <a:extLst>
              <a:ext uri="{FF2B5EF4-FFF2-40B4-BE49-F238E27FC236}">
                <a16:creationId xmlns:a16="http://schemas.microsoft.com/office/drawing/2014/main" xmlns="" id="{115CE1DD-8B35-4422-9BB1-DB18FB6B59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1985" y="3514426"/>
            <a:ext cx="1703313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2" name="矩形 6">
            <a:extLst>
              <a:ext uri="{FF2B5EF4-FFF2-40B4-BE49-F238E27FC236}">
                <a16:creationId xmlns:a16="http://schemas.microsoft.com/office/drawing/2014/main" xmlns="" id="{C174B088-E2BB-4A47-A4CE-403CAE0149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67999" y="3514426"/>
            <a:ext cx="1703313" cy="144000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0700" h="588834">
                <a:moveTo>
                  <a:pt x="4330700" y="0"/>
                </a:moveTo>
                <a:lnTo>
                  <a:pt x="4330700" y="588834"/>
                </a:ln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8642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xmlns="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  <p:sp>
        <p:nvSpPr>
          <p:cNvPr id="8" name="文字版面配置區 8">
            <a:extLst>
              <a:ext uri="{FF2B5EF4-FFF2-40B4-BE49-F238E27FC236}">
                <a16:creationId xmlns:a16="http://schemas.microsoft.com/office/drawing/2014/main" xmlns="" id="{6B292F32-22A3-4DBC-93C9-F66C5F87D4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113808"/>
            <a:ext cx="1620000" cy="631554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全名</a:t>
            </a:r>
          </a:p>
        </p:txBody>
      </p:sp>
      <p:sp>
        <p:nvSpPr>
          <p:cNvPr id="9" name="文字版面配置區 10">
            <a:extLst>
              <a:ext uri="{FF2B5EF4-FFF2-40B4-BE49-F238E27FC236}">
                <a16:creationId xmlns:a16="http://schemas.microsoft.com/office/drawing/2014/main" xmlns="" id="{2AE8CF21-3DA6-45E6-9CB4-F48688C3B7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800" y="4797591"/>
            <a:ext cx="1620000" cy="72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10" name="文字版面配置區 8">
            <a:extLst>
              <a:ext uri="{FF2B5EF4-FFF2-40B4-BE49-F238E27FC236}">
                <a16:creationId xmlns:a16="http://schemas.microsoft.com/office/drawing/2014/main" xmlns="" id="{3FBB809B-C7A4-40BB-A5F6-0692C7B3E7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75703" y="4113808"/>
            <a:ext cx="1620000" cy="631554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全名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xmlns="" id="{5822DE8D-141C-4FC8-8690-DC69998755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75703" y="4797591"/>
            <a:ext cx="1620000" cy="72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12" name="文字版面配置區 8">
            <a:extLst>
              <a:ext uri="{FF2B5EF4-FFF2-40B4-BE49-F238E27FC236}">
                <a16:creationId xmlns:a16="http://schemas.microsoft.com/office/drawing/2014/main" xmlns="" id="{8BFF2A50-B1BC-445F-AAF4-5EF044B5B2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19606" y="4113808"/>
            <a:ext cx="1620000" cy="631554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全名</a:t>
            </a:r>
          </a:p>
        </p:txBody>
      </p:sp>
      <p:sp>
        <p:nvSpPr>
          <p:cNvPr id="13" name="文字版面配置區 10">
            <a:extLst>
              <a:ext uri="{FF2B5EF4-FFF2-40B4-BE49-F238E27FC236}">
                <a16:creationId xmlns:a16="http://schemas.microsoft.com/office/drawing/2014/main" xmlns="" id="{50ED32C1-427F-4852-93EF-04246DAB6E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19606" y="4797591"/>
            <a:ext cx="1620000" cy="72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14" name="文字版面配置區 8">
            <a:extLst>
              <a:ext uri="{FF2B5EF4-FFF2-40B4-BE49-F238E27FC236}">
                <a16:creationId xmlns:a16="http://schemas.microsoft.com/office/drawing/2014/main" xmlns="" id="{4B8DDBCF-B9FF-412C-BB0A-F20DF81F3CC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63509" y="4113808"/>
            <a:ext cx="1620000" cy="631554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全名</a:t>
            </a:r>
          </a:p>
        </p:txBody>
      </p:sp>
      <p:sp>
        <p:nvSpPr>
          <p:cNvPr id="15" name="文字版面配置區 10">
            <a:extLst>
              <a:ext uri="{FF2B5EF4-FFF2-40B4-BE49-F238E27FC236}">
                <a16:creationId xmlns:a16="http://schemas.microsoft.com/office/drawing/2014/main" xmlns="" id="{E5554625-705D-43C2-BB3F-07E4FB3A885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63509" y="4797591"/>
            <a:ext cx="1620000" cy="72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16" name="文字版面配置區 8">
            <a:extLst>
              <a:ext uri="{FF2B5EF4-FFF2-40B4-BE49-F238E27FC236}">
                <a16:creationId xmlns:a16="http://schemas.microsoft.com/office/drawing/2014/main" xmlns="" id="{695A6D51-51C5-4128-9C65-70256D07FEB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07412" y="4113808"/>
            <a:ext cx="1620000" cy="631554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全名</a:t>
            </a:r>
          </a:p>
        </p:txBody>
      </p:sp>
      <p:sp>
        <p:nvSpPr>
          <p:cNvPr id="17" name="文字版面配置區 10">
            <a:extLst>
              <a:ext uri="{FF2B5EF4-FFF2-40B4-BE49-F238E27FC236}">
                <a16:creationId xmlns:a16="http://schemas.microsoft.com/office/drawing/2014/main" xmlns="" id="{94020390-663C-426B-A32A-7DD435D354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07412" y="4797591"/>
            <a:ext cx="1620000" cy="72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18" name="圖片版面配置區 15">
            <a:extLst>
              <a:ext uri="{FF2B5EF4-FFF2-40B4-BE49-F238E27FC236}">
                <a16:creationId xmlns:a16="http://schemas.microsoft.com/office/drawing/2014/main" xmlns="" id="{A5BFEA69-91F2-4BAB-BC3E-F4494C8099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31800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9" name="圖片版面配置區 15">
            <a:extLst>
              <a:ext uri="{FF2B5EF4-FFF2-40B4-BE49-F238E27FC236}">
                <a16:creationId xmlns:a16="http://schemas.microsoft.com/office/drawing/2014/main" xmlns="" id="{4D9A8C49-F2A0-4F67-A4E0-B5FBBE0A8DFD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375703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0" name="圖片版面配置區 15">
            <a:extLst>
              <a:ext uri="{FF2B5EF4-FFF2-40B4-BE49-F238E27FC236}">
                <a16:creationId xmlns:a16="http://schemas.microsoft.com/office/drawing/2014/main" xmlns="" id="{622E18C4-0DBF-4C58-A1B6-1E6A1D5217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19606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1" name="圖片版面配置區 15">
            <a:extLst>
              <a:ext uri="{FF2B5EF4-FFF2-40B4-BE49-F238E27FC236}">
                <a16:creationId xmlns:a16="http://schemas.microsoft.com/office/drawing/2014/main" xmlns="" id="{0F58001D-98C8-4213-9315-4990EFFEFD8E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3509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圖片版面配置區 15">
            <a:extLst>
              <a:ext uri="{FF2B5EF4-FFF2-40B4-BE49-F238E27FC236}">
                <a16:creationId xmlns:a16="http://schemas.microsoft.com/office/drawing/2014/main" xmlns="" id="{940802B1-FF22-4F45-8475-AB393E6CF88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07412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3" name="文字版面配置區 8">
            <a:extLst>
              <a:ext uri="{FF2B5EF4-FFF2-40B4-BE49-F238E27FC236}">
                <a16:creationId xmlns:a16="http://schemas.microsoft.com/office/drawing/2014/main" xmlns="" id="{5C2D6443-41AF-4535-B6F7-4BB6BE08976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151313" y="4113808"/>
            <a:ext cx="1620000" cy="631554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全名</a:t>
            </a:r>
          </a:p>
        </p:txBody>
      </p:sp>
      <p:sp>
        <p:nvSpPr>
          <p:cNvPr id="24" name="文字版面配置區 10">
            <a:extLst>
              <a:ext uri="{FF2B5EF4-FFF2-40B4-BE49-F238E27FC236}">
                <a16:creationId xmlns:a16="http://schemas.microsoft.com/office/drawing/2014/main" xmlns="" id="{A671736E-3711-4DA1-AF16-23EEC87C86C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151313" y="4797591"/>
            <a:ext cx="1620000" cy="720000"/>
          </a:xfrm>
        </p:spPr>
        <p:txBody>
          <a:bodyPr rtlCol="0"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職稱</a:t>
            </a:r>
          </a:p>
        </p:txBody>
      </p:sp>
      <p:sp>
        <p:nvSpPr>
          <p:cNvPr id="25" name="圖片版面配置區 15">
            <a:extLst>
              <a:ext uri="{FF2B5EF4-FFF2-40B4-BE49-F238E27FC236}">
                <a16:creationId xmlns:a16="http://schemas.microsoft.com/office/drawing/2014/main" xmlns="" id="{1FED522C-94B3-41E3-A83A-E03843DE7551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151313" y="2246681"/>
            <a:ext cx="1620000" cy="1620000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  <a:sym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smtClean="0"/>
              <a:t>按一下圖示以新增圖片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129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360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152000"/>
            <a:ext cx="3600450" cy="50387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xmlns="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152000"/>
            <a:ext cx="3600450" cy="50387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216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xmlns="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xmlns="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152525"/>
            <a:ext cx="2160588" cy="50387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3" name="文字版面配置區 12">
            <a:extLst>
              <a:ext uri="{FF2B5EF4-FFF2-40B4-BE49-F238E27FC236}">
                <a16:creationId xmlns:a16="http://schemas.microsoft.com/office/drawing/2014/main" xmlns="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152525"/>
            <a:ext cx="2160588" cy="50387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xmlns="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148060"/>
            <a:ext cx="2160588" cy="50387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xmlns="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152525"/>
            <a:ext cx="2160588" cy="50387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xmlns="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xmlns="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472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0" name="頁尾版面配置區 9">
            <a:extLst>
              <a:ext uri="{FF2B5EF4-FFF2-40B4-BE49-F238E27FC236}">
                <a16:creationId xmlns:a16="http://schemas.microsoft.com/office/drawing/2014/main" xmlns="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11" name="投影片編號預留位置 10">
            <a:extLst>
              <a:ext uri="{FF2B5EF4-FFF2-40B4-BE49-F238E27FC236}">
                <a16:creationId xmlns:a16="http://schemas.microsoft.com/office/drawing/2014/main" xmlns="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xmlns="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84325"/>
            <a:ext cx="5472113" cy="46069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smtClean="0"/>
              <a:t>按一下以編輯母片文字樣式</a:t>
            </a:r>
          </a:p>
          <a:p>
            <a:pPr lvl="1" rtl="0"/>
            <a:r>
              <a:rPr lang="zh-TW" altLang="en-US" smtClean="0"/>
              <a:t>第二層</a:t>
            </a:r>
          </a:p>
          <a:p>
            <a:pPr lvl="2" rtl="0"/>
            <a:r>
              <a:rPr lang="zh-TW" altLang="en-US" smtClean="0"/>
              <a:t>第三層</a:t>
            </a:r>
          </a:p>
          <a:p>
            <a:pPr lvl="3" rtl="0"/>
            <a:r>
              <a:rPr lang="zh-TW" altLang="en-US" smtClean="0"/>
              <a:t>第四層</a:t>
            </a:r>
          </a:p>
          <a:p>
            <a:pPr lvl="4" rtl="0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xmlns="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152525"/>
            <a:ext cx="5472000" cy="358775"/>
          </a:xfrm>
        </p:spPr>
        <p:txBody>
          <a:bodyPr rtlCol="0"/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smtClean="0"/>
              <a:t>按一下以編輯母片文字樣式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0A0FADEC-BFBD-4A6E-B51C-B0DFD4C804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01944" y="2185851"/>
            <a:ext cx="0" cy="262730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xmlns="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xmlns="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xmlns="" id="{9C2BB107-6CD7-47EE-9C59-5345A7F63B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副標題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F380D91F-8335-4C39-A703-5F4EE36875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xmlns="" id="{ADB88685-006A-43C3-A850-F409CF02F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98C95A7-836C-4CD7-8EB0-6C95903F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圖片版面配置區 10">
            <a:extLst>
              <a:ext uri="{FF2B5EF4-FFF2-40B4-BE49-F238E27FC236}">
                <a16:creationId xmlns:a16="http://schemas.microsoft.com/office/drawing/2014/main" xmlns="" id="{6F821722-FE34-4DE9-9836-565D865C155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778800"/>
          </a:xfrm>
          <a:solidFill>
            <a:schemeClr val="bg1">
              <a:lumMod val="95000"/>
            </a:schemeClr>
          </a:solidFill>
        </p:spPr>
        <p:txBody>
          <a:bodyPr tIns="1116000" rIns="0" rtlCol="0" anchor="t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/>
              <a:t>插入或拖放相片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BD909C6-0E9A-451D-91FD-B891A0C803D7}"/>
              </a:ext>
            </a:extLst>
          </p:cNvPr>
          <p:cNvSpPr/>
          <p:nvPr userDrawn="1"/>
        </p:nvSpPr>
        <p:spPr>
          <a:xfrm>
            <a:off x="0" y="6780458"/>
            <a:ext cx="12192000" cy="77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41A9BD7F-717A-4177-BAD1-D798AE60FFD0}"/>
              </a:ext>
            </a:extLst>
          </p:cNvPr>
          <p:cNvSpPr/>
          <p:nvPr userDrawn="1"/>
        </p:nvSpPr>
        <p:spPr>
          <a:xfrm>
            <a:off x="0" y="6780458"/>
            <a:ext cx="12204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000" y="144000"/>
            <a:ext cx="4860000" cy="6480000"/>
          </a:xfrm>
          <a:solidFill>
            <a:schemeClr val="bg1"/>
          </a:solidFill>
          <a:ln>
            <a:noFill/>
          </a:ln>
        </p:spPr>
        <p:txBody>
          <a:bodyPr lIns="432000" tIns="72000" rIns="288000" bIns="2448000" rtlCol="0" anchor="b"/>
          <a:lstStyle>
            <a:lvl1pPr algn="l">
              <a:defRPr sz="66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dirty="0"/>
              <a:t>感謝您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38224" y="4504149"/>
            <a:ext cx="3349381" cy="252000"/>
          </a:xfrm>
          <a:noFill/>
        </p:spPr>
        <p:txBody>
          <a:bodyPr lIns="0" tIns="0" rIns="0" bIns="0" rtlCol="0" anchor="t"/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dirty="0"/>
              <a:t>全名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4BFF1D51-2F23-4712-A1F0-725B32B9F4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8224" y="4908147"/>
            <a:ext cx="3349381" cy="252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dirty="0"/>
              <a:t>電話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xmlns="" id="{3BDABCD1-5D5B-40B2-8066-B5C93CEEC1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8631" y="5312145"/>
            <a:ext cx="3349381" cy="252000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電子郵件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xmlns="" id="{38902124-F995-42DE-9ABC-A567011989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6094" y="5715370"/>
            <a:ext cx="3350644" cy="252413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dirty="0"/>
              <a:t>網站</a:t>
            </a:r>
          </a:p>
        </p:txBody>
      </p:sp>
    </p:spTree>
    <p:extLst>
      <p:ext uri="{BB962C8B-B14F-4D97-AF65-F5344CB8AC3E}">
        <p14:creationId xmlns:p14="http://schemas.microsoft.com/office/powerpoint/2010/main" val="310474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xmlns="" id="{3C4608B7-DD3E-4FE7-99F3-5F9903CF962C}"/>
              </a:ext>
            </a:extLst>
          </p:cNvPr>
          <p:cNvSpPr/>
          <p:nvPr userDrawn="1"/>
        </p:nvSpPr>
        <p:spPr>
          <a:xfrm>
            <a:off x="11408062" y="6126183"/>
            <a:ext cx="540000" cy="540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0014CD90-8DA5-4100-A913-BD3783FA44B9}"/>
              </a:ext>
            </a:extLst>
          </p:cNvPr>
          <p:cNvSpPr/>
          <p:nvPr userDrawn="1"/>
        </p:nvSpPr>
        <p:spPr>
          <a:xfrm>
            <a:off x="0" y="6780458"/>
            <a:ext cx="12192000" cy="77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xmlns="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70" y="1272208"/>
            <a:ext cx="11340000" cy="46601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zh-TW" altLang="en-US" dirty="0"/>
              <a:t>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xmlns="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9975" y="6487997"/>
            <a:ext cx="4114800" cy="20610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 i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r>
              <a:rPr lang="zh-TW" altLang="en-US"/>
              <a:t>新增頁尾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9431" y="6213621"/>
            <a:ext cx="53726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smtClean="0"/>
              <a:pPr/>
              <a:t>‹#›</a:t>
            </a:fld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227520FF-02C3-4FC8-9DD4-6FD4DAE01FE9}"/>
              </a:ext>
            </a:extLst>
          </p:cNvPr>
          <p:cNvCxnSpPr>
            <a:cxnSpLocks/>
          </p:cNvCxnSpPr>
          <p:nvPr userDrawn="1"/>
        </p:nvCxnSpPr>
        <p:spPr>
          <a:xfrm>
            <a:off x="11408062" y="6780192"/>
            <a:ext cx="54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D948D9BA-F531-48FF-BE31-0248EF5CC454}"/>
              </a:ext>
            </a:extLst>
          </p:cNvPr>
          <p:cNvSpPr/>
          <p:nvPr userDrawn="1"/>
        </p:nvSpPr>
        <p:spPr>
          <a:xfrm>
            <a:off x="0" y="6780458"/>
            <a:ext cx="11232000" cy="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xmlns="" id="{C637404C-CCC9-46CA-A9D3-525E2E6FC73B}"/>
              </a:ext>
            </a:extLst>
          </p:cNvPr>
          <p:cNvGrpSpPr/>
          <p:nvPr userDrawn="1"/>
        </p:nvGrpSpPr>
        <p:grpSpPr>
          <a:xfrm>
            <a:off x="9874905" y="6130433"/>
            <a:ext cx="1329870" cy="320195"/>
            <a:chOff x="1985170" y="1950690"/>
            <a:chExt cx="2173095" cy="52322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05EB3BD8-4375-44FB-9E9D-0FB76CBA224D}"/>
                </a:ext>
              </a:extLst>
            </p:cNvPr>
            <p:cNvSpPr/>
            <p:nvPr/>
          </p:nvSpPr>
          <p:spPr>
            <a:xfrm>
              <a:off x="1985170" y="1950690"/>
              <a:ext cx="2173095" cy="52322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none" rtlCol="0" anchor="ctr">
              <a:noAutofit/>
            </a:bodyPr>
            <a:lstStyle/>
            <a:p>
              <a:pPr algn="ctr" rtl="0"/>
              <a:r>
                <a:rPr lang="en-US" altLang="zh-TW" sz="1200" b="1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  <a:sym typeface="Microsoft JhengHei UI" panose="020B0604030504040204" pitchFamily="34" charset="-120"/>
                </a:rPr>
                <a:t>Contoso</a:t>
              </a:r>
              <a:r>
                <a:rPr lang="zh-TW" altLang="en-US" sz="120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  <a:sym typeface="Microsoft JhengHei UI" panose="020B0604030504040204" pitchFamily="34" charset="-120"/>
                </a:rPr>
                <a:t> </a:t>
              </a:r>
              <a:r>
                <a:rPr lang="en-US" altLang="zh-TW" sz="1200" i="1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  <a:sym typeface="Microsoft JhengHei UI" panose="020B0604030504040204" pitchFamily="34" charset="-120"/>
                </a:rPr>
                <a:t>Ltd</a:t>
              </a:r>
              <a:r>
                <a:rPr lang="en-US" altLang="zh-TW" sz="1200">
                  <a:solidFill>
                    <a:schemeClr val="bg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  <a:sym typeface="Microsoft JhengHei UI" panose="020B0604030504040204" pitchFamily="34" charset="-120"/>
                </a:rPr>
                <a:t>.</a:t>
              </a:r>
              <a:endParaRPr lang="zh-TW" altLang="en-US" sz="12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  <p:sp>
          <p:nvSpPr>
            <p:cNvPr id="14" name="矩形 6">
              <a:extLst>
                <a:ext uri="{FF2B5EF4-FFF2-40B4-BE49-F238E27FC236}">
                  <a16:creationId xmlns:a16="http://schemas.microsoft.com/office/drawing/2014/main" xmlns="" id="{BCC973EA-C8AF-4B29-93CC-A9F4F15E238E}"/>
                </a:ext>
              </a:extLst>
            </p:cNvPr>
            <p:cNvSpPr/>
            <p:nvPr/>
          </p:nvSpPr>
          <p:spPr>
            <a:xfrm flipV="1">
              <a:off x="2087087" y="2034539"/>
              <a:ext cx="203115" cy="177761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  <a:gd name="connsiteX0" fmla="*/ 4330700 w 4330700"/>
                <a:gd name="connsiteY0" fmla="*/ 588834 h 588834"/>
                <a:gd name="connsiteX1" fmla="*/ 0 w 4330700"/>
                <a:gd name="connsiteY1" fmla="*/ 588834 h 588834"/>
                <a:gd name="connsiteX2" fmla="*/ 0 w 4330700"/>
                <a:gd name="connsiteY2" fmla="*/ 0 h 588834"/>
                <a:gd name="connsiteX0" fmla="*/ 550806 w 550806"/>
                <a:gd name="connsiteY0" fmla="*/ 588834 h 588834"/>
                <a:gd name="connsiteX1" fmla="*/ 0 w 550806"/>
                <a:gd name="connsiteY1" fmla="*/ 588834 h 588834"/>
                <a:gd name="connsiteX2" fmla="*/ 0 w 550806"/>
                <a:gd name="connsiteY2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0806" h="588834">
                  <a:moveTo>
                    <a:pt x="550806" y="588834"/>
                  </a:move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sz="1100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50" r:id="rId10"/>
    <p:sldLayoutId id="2147483652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56" r:id="rId19"/>
    <p:sldLayoutId id="2147483657" r:id="rId20"/>
    <p:sldLayoutId id="2147483653" r:id="rId21"/>
    <p:sldLayoutId id="2147483654" r:id="rId22"/>
    <p:sldLayoutId id="2147483655" r:id="rId23"/>
    <p:sldLayoutId id="2147483674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-100" baseline="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  <a:sym typeface="Microsoft JhengHei UI" panose="020B0604030504040204" pitchFamily="34" charset="-120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Calibri" panose="020F0502020204030204" pitchFamily="34" charset="0"/>
        <a:buChar char="○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  <a:sym typeface="Microsoft JhengHei UI" panose="020B0604030504040204" pitchFamily="34" charset="-12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iritilibrary.com/" TargetMode="External"/><Relationship Id="rId2" Type="http://schemas.openxmlformats.org/officeDocument/2006/relationships/hyperlink" Target="https://www.taipeiecon.taipe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版面配置區 18" descr="木製的長通道">
            <a:extLst>
              <a:ext uri="{FF2B5EF4-FFF2-40B4-BE49-F238E27FC236}">
                <a16:creationId xmlns:a16="http://schemas.microsoft.com/office/drawing/2014/main" xmlns="" id="{26BCC204-42D7-4F58-B6DF-AB0501ACD7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2" name="標題 21">
            <a:extLst>
              <a:ext uri="{FF2B5EF4-FFF2-40B4-BE49-F238E27FC236}">
                <a16:creationId xmlns:a16="http://schemas.microsoft.com/office/drawing/2014/main" xmlns="" id="{BA160141-042F-4099-856C-C1D62E0FF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0" y="613177"/>
            <a:ext cx="6187789" cy="1800000"/>
          </a:xfrm>
        </p:spPr>
        <p:txBody>
          <a:bodyPr rtlCol="0"/>
          <a:lstStyle/>
          <a:p>
            <a:r>
              <a:rPr lang="zh-TW" altLang="en-US" b="1" dirty="0"/>
              <a:t>食物對旅客的影響力</a:t>
            </a:r>
          </a:p>
        </p:txBody>
      </p:sp>
      <p:sp>
        <p:nvSpPr>
          <p:cNvPr id="23" name="副標題 22">
            <a:extLst>
              <a:ext uri="{FF2B5EF4-FFF2-40B4-BE49-F238E27FC236}">
                <a16:creationId xmlns:a16="http://schemas.microsoft.com/office/drawing/2014/main" xmlns="" id="{212BE0C8-3274-44C1-93C2-9347988BD0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TW" altLang="en-US" dirty="0" smtClean="0">
                <a:latin typeface="Microsoft JhengHei UI" panose="020B0604030504040204" pitchFamily="34" charset="-120"/>
                <a:sym typeface="Microsoft JhengHei UI" panose="020B0604030504040204" pitchFamily="34" charset="-120"/>
              </a:rPr>
              <a:t>第</a:t>
            </a:r>
            <a:r>
              <a:rPr lang="en-US" altLang="zh-TW" dirty="0" smtClean="0">
                <a:latin typeface="Microsoft JhengHei UI" panose="020B0604030504040204" pitchFamily="34" charset="-120"/>
                <a:sym typeface="Microsoft JhengHei UI" panose="020B0604030504040204" pitchFamily="34" charset="-120"/>
              </a:rPr>
              <a:t>8</a:t>
            </a:r>
            <a:r>
              <a:rPr lang="zh-TW" altLang="en-US" dirty="0" smtClean="0">
                <a:latin typeface="Microsoft JhengHei UI" panose="020B0604030504040204" pitchFamily="34" charset="-120"/>
                <a:sym typeface="Microsoft JhengHei UI" panose="020B0604030504040204" pitchFamily="34" charset="-120"/>
              </a:rPr>
              <a:t>組 張信富 陳杰揚 邵川祐</a:t>
            </a:r>
            <a:endParaRPr lang="zh-TW" altLang="en-US" noProof="1">
              <a:latin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  <p:grpSp>
        <p:nvGrpSpPr>
          <p:cNvPr id="112" name="群組 111" descr="醒目影像括弧&#10;">
            <a:extLst>
              <a:ext uri="{FF2B5EF4-FFF2-40B4-BE49-F238E27FC236}">
                <a16:creationId xmlns:a16="http://schemas.microsoft.com/office/drawing/2014/main" xmlns="" id="{D624720B-51E1-474D-90C6-CD74ED1DA3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4000" y="144000"/>
            <a:ext cx="4860000" cy="6498000"/>
            <a:chOff x="408650" y="404285"/>
            <a:chExt cx="4330700" cy="3164637"/>
          </a:xfrm>
        </p:grpSpPr>
        <p:sp>
          <p:nvSpPr>
            <p:cNvPr id="110" name="矩形 6">
              <a:extLst>
                <a:ext uri="{FF2B5EF4-FFF2-40B4-BE49-F238E27FC236}">
                  <a16:creationId xmlns:a16="http://schemas.microsoft.com/office/drawing/2014/main" xmlns="" id="{E4561AC7-2339-461B-BFF9-BEBEF60974E1}"/>
                </a:ext>
              </a:extLst>
            </p:cNvPr>
            <p:cNvSpPr/>
            <p:nvPr/>
          </p:nvSpPr>
          <p:spPr>
            <a:xfrm>
              <a:off x="408650" y="3386488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  <p:sp>
          <p:nvSpPr>
            <p:cNvPr id="111" name="矩形 6">
              <a:extLst>
                <a:ext uri="{FF2B5EF4-FFF2-40B4-BE49-F238E27FC236}">
                  <a16:creationId xmlns:a16="http://schemas.microsoft.com/office/drawing/2014/main" xmlns="" id="{6FFCCB15-66C7-4E86-BF09-14C5B1569970}"/>
                </a:ext>
              </a:extLst>
            </p:cNvPr>
            <p:cNvSpPr/>
            <p:nvPr/>
          </p:nvSpPr>
          <p:spPr>
            <a:xfrm flipV="1">
              <a:off x="408650" y="404285"/>
              <a:ext cx="4330700" cy="182434"/>
            </a:xfrm>
            <a:custGeom>
              <a:avLst/>
              <a:gdLst>
                <a:gd name="connsiteX0" fmla="*/ 0 w 4330700"/>
                <a:gd name="connsiteY0" fmla="*/ 0 h 588834"/>
                <a:gd name="connsiteX1" fmla="*/ 4330700 w 4330700"/>
                <a:gd name="connsiteY1" fmla="*/ 0 h 588834"/>
                <a:gd name="connsiteX2" fmla="*/ 4330700 w 4330700"/>
                <a:gd name="connsiteY2" fmla="*/ 588834 h 588834"/>
                <a:gd name="connsiteX3" fmla="*/ 0 w 4330700"/>
                <a:gd name="connsiteY3" fmla="*/ 588834 h 588834"/>
                <a:gd name="connsiteX4" fmla="*/ 0 w 4330700"/>
                <a:gd name="connsiteY4" fmla="*/ 0 h 588834"/>
                <a:gd name="connsiteX0" fmla="*/ 4330700 w 4422140"/>
                <a:gd name="connsiteY0" fmla="*/ 0 h 588834"/>
                <a:gd name="connsiteX1" fmla="*/ 4330700 w 4422140"/>
                <a:gd name="connsiteY1" fmla="*/ 588834 h 588834"/>
                <a:gd name="connsiteX2" fmla="*/ 0 w 4422140"/>
                <a:gd name="connsiteY2" fmla="*/ 588834 h 588834"/>
                <a:gd name="connsiteX3" fmla="*/ 0 w 4422140"/>
                <a:gd name="connsiteY3" fmla="*/ 0 h 588834"/>
                <a:gd name="connsiteX4" fmla="*/ 4422140 w 4422140"/>
                <a:gd name="connsiteY4" fmla="*/ 91440 h 588834"/>
                <a:gd name="connsiteX0" fmla="*/ 4330700 w 4330700"/>
                <a:gd name="connsiteY0" fmla="*/ 0 h 588834"/>
                <a:gd name="connsiteX1" fmla="*/ 4330700 w 4330700"/>
                <a:gd name="connsiteY1" fmla="*/ 588834 h 588834"/>
                <a:gd name="connsiteX2" fmla="*/ 0 w 4330700"/>
                <a:gd name="connsiteY2" fmla="*/ 588834 h 588834"/>
                <a:gd name="connsiteX3" fmla="*/ 0 w 4330700"/>
                <a:gd name="connsiteY3" fmla="*/ 0 h 58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0700" h="588834">
                  <a:moveTo>
                    <a:pt x="4330700" y="0"/>
                  </a:moveTo>
                  <a:lnTo>
                    <a:pt x="4330700" y="588834"/>
                  </a:lnTo>
                  <a:lnTo>
                    <a:pt x="0" y="588834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  <a:sym typeface="Microsoft JhengHei UI" panose="020B0604030504040204" pitchFamily="34" charset="-120"/>
              </a:endParaRPr>
            </a:p>
          </p:txBody>
        </p:sp>
      </p:grpSp>
      <p:sp>
        <p:nvSpPr>
          <p:cNvPr id="15" name="矩形 6">
            <a:extLst>
              <a:ext uri="{FF2B5EF4-FFF2-40B4-BE49-F238E27FC236}">
                <a16:creationId xmlns:a16="http://schemas.microsoft.com/office/drawing/2014/main" xmlns="" id="{FA7AA601-65CC-44E2-A893-84390726E282}"/>
              </a:ext>
            </a:extLst>
          </p:cNvPr>
          <p:cNvSpPr/>
          <p:nvPr/>
        </p:nvSpPr>
        <p:spPr>
          <a:xfrm flipV="1">
            <a:off x="245917" y="2568729"/>
            <a:ext cx="203115" cy="177761"/>
          </a:xfrm>
          <a:custGeom>
            <a:avLst/>
            <a:gdLst>
              <a:gd name="connsiteX0" fmla="*/ 0 w 4330700"/>
              <a:gd name="connsiteY0" fmla="*/ 0 h 588834"/>
              <a:gd name="connsiteX1" fmla="*/ 4330700 w 4330700"/>
              <a:gd name="connsiteY1" fmla="*/ 0 h 588834"/>
              <a:gd name="connsiteX2" fmla="*/ 4330700 w 4330700"/>
              <a:gd name="connsiteY2" fmla="*/ 588834 h 588834"/>
              <a:gd name="connsiteX3" fmla="*/ 0 w 4330700"/>
              <a:gd name="connsiteY3" fmla="*/ 588834 h 588834"/>
              <a:gd name="connsiteX4" fmla="*/ 0 w 4330700"/>
              <a:gd name="connsiteY4" fmla="*/ 0 h 588834"/>
              <a:gd name="connsiteX0" fmla="*/ 4330700 w 4422140"/>
              <a:gd name="connsiteY0" fmla="*/ 0 h 588834"/>
              <a:gd name="connsiteX1" fmla="*/ 4330700 w 4422140"/>
              <a:gd name="connsiteY1" fmla="*/ 588834 h 588834"/>
              <a:gd name="connsiteX2" fmla="*/ 0 w 4422140"/>
              <a:gd name="connsiteY2" fmla="*/ 588834 h 588834"/>
              <a:gd name="connsiteX3" fmla="*/ 0 w 4422140"/>
              <a:gd name="connsiteY3" fmla="*/ 0 h 588834"/>
              <a:gd name="connsiteX4" fmla="*/ 4422140 w 4422140"/>
              <a:gd name="connsiteY4" fmla="*/ 91440 h 588834"/>
              <a:gd name="connsiteX0" fmla="*/ 4330700 w 4330700"/>
              <a:gd name="connsiteY0" fmla="*/ 0 h 588834"/>
              <a:gd name="connsiteX1" fmla="*/ 4330700 w 4330700"/>
              <a:gd name="connsiteY1" fmla="*/ 588834 h 588834"/>
              <a:gd name="connsiteX2" fmla="*/ 0 w 4330700"/>
              <a:gd name="connsiteY2" fmla="*/ 588834 h 588834"/>
              <a:gd name="connsiteX3" fmla="*/ 0 w 4330700"/>
              <a:gd name="connsiteY3" fmla="*/ 0 h 588834"/>
              <a:gd name="connsiteX0" fmla="*/ 4330700 w 4330700"/>
              <a:gd name="connsiteY0" fmla="*/ 588834 h 588834"/>
              <a:gd name="connsiteX1" fmla="*/ 0 w 4330700"/>
              <a:gd name="connsiteY1" fmla="*/ 588834 h 588834"/>
              <a:gd name="connsiteX2" fmla="*/ 0 w 4330700"/>
              <a:gd name="connsiteY2" fmla="*/ 0 h 588834"/>
              <a:gd name="connsiteX0" fmla="*/ 550806 w 550806"/>
              <a:gd name="connsiteY0" fmla="*/ 588834 h 588834"/>
              <a:gd name="connsiteX1" fmla="*/ 0 w 550806"/>
              <a:gd name="connsiteY1" fmla="*/ 588834 h 588834"/>
              <a:gd name="connsiteX2" fmla="*/ 0 w 550806"/>
              <a:gd name="connsiteY2" fmla="*/ 0 h 58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0806" h="588834">
                <a:moveTo>
                  <a:pt x="550806" y="588834"/>
                </a:moveTo>
                <a:lnTo>
                  <a:pt x="0" y="588834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  <a:sym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4287328" y="586596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研究動機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5792" y="1650506"/>
            <a:ext cx="11469807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在日常生活中屢屢可在當時流行的餐廳前見到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</a:t>
            </a:r>
            <a:endParaRPr lang="en-US" altLang="zh-TW" sz="4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隊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人潮，也能在老街與夜市等地看到外國的旅客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4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古人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說：「民以食為天，」還有人說：「美食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endParaRPr lang="en-US" altLang="zh-TW" sz="4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旅行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的催化劑。」我們認為，在日常生活中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隨處</a:t>
            </a:r>
            <a:endParaRPr lang="en-US" altLang="zh-TW" sz="4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可見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吃」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對我們的影響，因此為探討外國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旅客</a:t>
            </a:r>
            <a:endParaRPr lang="en-US" altLang="zh-TW" sz="4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是否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被食物吸引來台，以及他們最後對於臺灣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</a:t>
            </a:r>
            <a:endParaRPr lang="en-US" altLang="zh-TW" sz="4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的印象主要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為何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，我們展開調查。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7463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2932982" y="491706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初步文獻探討與</a:t>
            </a:r>
            <a:r>
              <a:rPr lang="zh-TW" altLang="en-US" sz="4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發現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48574" y="1322703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TW" altLang="en-US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https://lh3.googleusercontent.com/qZ40UEZuiVhdwvrim3UX-pRAsvGZz25B-IYrnB74sb4X9S-zpyTi6FQ5NFF6saU6VeOp-1hpX51ItJZIw1KGfhcBgRDwfxg8mFAoyvP4yp3dTNCXlYn3kYQuM-KvsMerQpLLSZ0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809" y="1452923"/>
            <a:ext cx="8353017" cy="497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2639683" y="6187365"/>
            <a:ext cx="668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</a:t>
            </a:r>
            <a:r>
              <a:rPr lang="zh-TW" altLang="en-US" dirty="0"/>
              <a:t>資料來源：整理自交通部觀光局－</a:t>
            </a:r>
            <a:r>
              <a:rPr lang="en-US" altLang="zh-TW" dirty="0"/>
              <a:t>102~107</a:t>
            </a:r>
            <a:r>
              <a:rPr lang="zh-TW" altLang="en-US" dirty="0"/>
              <a:t>之觀光業務統計年報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07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569344" y="301925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TW" altLang="en-US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4" name="Picture 6" descr="https://lh5.googleusercontent.com/ckBTAOIlikjFtw1OtbrOPfnfJ63hNLbq8lxUQJfQd6dWPFJygMyx4t4r_cQUwEZbw8fdgbQ_UwEGV13TyQn0z1fy7giRMODjfRfYC4jSUOjHV_ApK95B_2pPvJpGA8ZmrCL_H1I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868" y="595050"/>
            <a:ext cx="6918297" cy="455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2593396" y="5348378"/>
            <a:ext cx="668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</a:t>
            </a:r>
            <a:r>
              <a:rPr lang="zh-TW" altLang="en-US" dirty="0"/>
              <a:t>資料來源：整理自交通部觀光局－</a:t>
            </a:r>
            <a:r>
              <a:rPr lang="en-US" altLang="zh-TW" dirty="0"/>
              <a:t>102~107</a:t>
            </a:r>
            <a:r>
              <a:rPr lang="zh-TW" altLang="en-US" dirty="0"/>
              <a:t>之觀光業務統計年報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99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376297" y="343967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TW" altLang="en-US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145386" y="654687"/>
            <a:ext cx="11046614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餐飲觀光之顧客價值透過問卷調查結果發現</a:t>
            </a:r>
            <a:endParaRPr lang="en-US" altLang="zh-TW" sz="4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，體驗性顧客價值爲旅客至澎湖參與海洋餐</a:t>
            </a:r>
            <a:endParaRPr lang="en-US" altLang="zh-TW" sz="4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飲觀光活動時所最重視的層面，因此如何滿</a:t>
            </a:r>
            <a:endParaRPr lang="en-US" altLang="zh-TW" sz="4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足消費者內在追求感官愉悅、多樣性 及認知</a:t>
            </a:r>
            <a:endParaRPr lang="en-US" altLang="zh-TW" sz="4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上刺激的需求是在發展海洋餐飲觀光時的首</a:t>
            </a:r>
            <a:endParaRPr lang="en-US" altLang="zh-TW" sz="4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要目標和工作，另外，消費者間對美食訊息</a:t>
            </a:r>
            <a:endParaRPr lang="en-US" altLang="zh-TW" sz="4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的口碑行銷也是影響海洋餐飲觀光推廣的重</a:t>
            </a:r>
            <a:endParaRPr lang="en-US" altLang="zh-TW" sz="4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要關鍵。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359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405441" y="120770"/>
            <a:ext cx="808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zh-TW" altLang="en-US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6" name="Picture 4" descr="https://lh5.googleusercontent.com/KY1Fbms-0r7lTukyEcwV0WSFyLKp1TFmUQFXy36u-0xOF8PEqNJu71i9QPkHlXg-JRlYkKniZw7IR4gECgCZbbcYWJO8zCY4259SmE_jqOPYrw49-doYllnvkhvyGi_o2Nv229s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119" y="583779"/>
            <a:ext cx="7254937" cy="494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2519967" y="5530326"/>
            <a:ext cx="668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</a:t>
            </a:r>
            <a:r>
              <a:rPr lang="zh-TW" altLang="en-US" dirty="0"/>
              <a:t>資料來源：整理自交通部觀光局－</a:t>
            </a:r>
            <a:r>
              <a:rPr lang="en-US" altLang="zh-TW" dirty="0"/>
              <a:t>102~107</a:t>
            </a:r>
            <a:r>
              <a:rPr lang="zh-TW" altLang="en-US" dirty="0"/>
              <a:t>之觀光業務統計年報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235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3269411" y="698740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文獻探討後的發現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831653" y="2054092"/>
            <a:ext cx="10854253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由以上文獻探討可知，餐飲在觀光與旅遊中扮演著不可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的重要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角色，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是觀光體驗中必需的元素，觀光客可藉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地方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飲食消費來體驗新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旅遊目的地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之特色與文化。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近年來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許多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國家和地區均運用當地美食觀光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資源，致力推動美食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觀光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活動，以創新當地觀光內涵，並透過地區產業的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結合，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創造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出實質的經濟收益。在發展餐飲觀光活動的過程中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顧客價值的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提升和重視是影響競爭優勢的關鍵。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486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223616" y="1607361"/>
            <a:ext cx="12187952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食物對觀光有一定的影響力，而這種影響又建立在旅客被食物吸引而進行消費上，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地方的特色食物不只能帶來經濟效益，更能吸引外地遊客聞名前來消費，產生龐大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的影響，而旅客在離開台灣後對食物有印象不只跟吸引旅客的因素有關係，更能代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表台灣在外國旅客之間的喜好。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外國旅客是否被食物吸引來台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離開台灣後又是否對食物有印象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進而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證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食物對旅客有實質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影響力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旅客特別喜歡台灣的甚麼食物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食物能吸引旅客來觀光，而旅客離開台灣後也一定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某類型的食物特別有印象，因此我們想要藉由探究旅客被食物吸引來台的比例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24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對台印象最深是否為食物，了解兩者之間的關聯，同時也可證明食物對旅客之影響力。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/>
              <a:t/>
            </a:r>
            <a:br>
              <a:rPr lang="zh-TW" altLang="en-US" sz="2400" dirty="0"/>
            </a:br>
            <a:endParaRPr lang="zh-TW" altLang="en-US" sz="24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3009530" y="616063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研究問題焦點與</a:t>
            </a:r>
            <a:r>
              <a:rPr lang="zh-TW" altLang="en-US" sz="4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7705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2613804" y="586595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採用的研究方法與理由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36429" y="2009201"/>
            <a:ext cx="11264622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根據「初步文獻探討與發現」中的三張圖表得知的數據，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得知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在旅客人數提升時，觀光客對臺北食物的印象變好，而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食物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有關的產業營業額與店面家數也有明顯提升。因而可以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調查臺北旅客的食物偏好來得知食物與經濟利益的關聯，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甚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近一步能促進消費，提高這方面的經濟效益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。所以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，本次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究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的研究方法將會採用實際去機場採訪的方式，取得外國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旅客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臺灣食物喜好，已達促進消費，刺激經濟之效果。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24551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4083729" y="479394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參考文獻</a:t>
            </a:r>
            <a:endParaRPr lang="zh-TW" altLang="en-US" sz="6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941033" y="1953087"/>
            <a:ext cx="10429458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陳貴凰、李承宇、吳政和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(2019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。舌尖經濟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美食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城市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行銷新魅力。</a:t>
            </a:r>
            <a:r>
              <a:rPr lang="zh-TW" altLang="en-US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​臺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北產經​。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取自　　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3200" u="sng" dirty="0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</a:t>
            </a:r>
            <a:r>
              <a:rPr lang="en-US" altLang="zh-TW" sz="3200" u="sng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://www.taipeiecon.taipei</a:t>
            </a:r>
            <a:r>
              <a:rPr lang="en-US" altLang="zh-TW" sz="3200" u="sng" dirty="0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/</a:t>
            </a:r>
            <a:endParaRPr lang="en-US" altLang="zh-TW" sz="3200" u="sng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姜竹音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(2010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。澎湖群島發展海洋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餐飲觀光之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顧客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價值創新策略。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​</a:t>
            </a:r>
            <a:r>
              <a:rPr lang="zh-TW" altLang="en-US" sz="3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島嶼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觀光研究，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卷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期​，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114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。取</a:t>
            </a: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3200" u="sng" dirty="0" smtClean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</a:t>
            </a:r>
            <a:r>
              <a:rPr lang="en-US" altLang="zh-TW" sz="3200" u="sng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://www.airitilibrary.com/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23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Custom 135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8E40C8"/>
      </a:accent1>
      <a:accent2>
        <a:srgbClr val="D1A458"/>
      </a:accent2>
      <a:accent3>
        <a:srgbClr val="219550"/>
      </a:accent3>
      <a:accent4>
        <a:srgbClr val="5AA2C8"/>
      </a:accent4>
      <a:accent5>
        <a:srgbClr val="D1737B"/>
      </a:accent5>
      <a:accent6>
        <a:srgbClr val="7B7931"/>
      </a:accent6>
      <a:hlink>
        <a:srgbClr val="8E40C8"/>
      </a:hlink>
      <a:folHlink>
        <a:srgbClr val="8E40C8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5493_TF16411248.potx" id="{4D76FF90-1FCB-4D0D-B97B-BA5DF3B7BB65}" vid="{CD0B1A5E-8AE9-4DB6-A54F-D040E5ACDCE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43E42B-7C8A-4AB1-9F29-E7D83A36D5D6}">
  <ds:schemaRefs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fb0879af-3eba-417a-a55a-ffe6dcd6ca77"/>
    <ds:schemaRef ds:uri="http://schemas.microsoft.com/sharepoint/v3"/>
    <ds:schemaRef ds:uri="6dc4bcd6-49db-4c07-9060-8acfc67cef9f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F655827-7CC1-40B1-BA1C-E9676D7EED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建築投售簡報</Template>
  <TotalTime>0</TotalTime>
  <Words>711</Words>
  <Application>Microsoft Office PowerPoint</Application>
  <PresentationFormat>寬螢幕</PresentationFormat>
  <Paragraphs>69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8" baseType="lpstr">
      <vt:lpstr>Microsoft JhengHei UI</vt:lpstr>
      <vt:lpstr>微軟正黑體</vt:lpstr>
      <vt:lpstr>新細明體</vt:lpstr>
      <vt:lpstr>Arial</vt:lpstr>
      <vt:lpstr>Calibri</vt:lpstr>
      <vt:lpstr>Times New Roman</vt:lpstr>
      <vt:lpstr>Wingdings</vt:lpstr>
      <vt:lpstr>Office 佈景主題</vt:lpstr>
      <vt:lpstr>食物對旅客的影響力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2019-12-24T04:38:35Z</dcterms:created>
  <dcterms:modified xsi:type="dcterms:W3CDTF">2019-12-24T05:20:37Z</dcterms:modified>
</cp:coreProperties>
</file>